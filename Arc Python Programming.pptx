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68" r:id="rId7"/>
    <p:sldId id="272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Huang" userId="1c20e167-743a-4a93-8ee7-824f011a443f" providerId="ADAL" clId="{1C8CD5EC-6BAE-409D-A4DD-BB1F6AD985E8}"/>
    <pc:docChg chg="undo custSel addSld delSld modSld">
      <pc:chgData name="Bo Huang" userId="1c20e167-743a-4a93-8ee7-824f011a443f" providerId="ADAL" clId="{1C8CD5EC-6BAE-409D-A4DD-BB1F6AD985E8}" dt="2026-02-27T09:24:18.238" v="285" actId="403"/>
      <pc:docMkLst>
        <pc:docMk/>
      </pc:docMkLst>
      <pc:sldChg chg="modSp mod">
        <pc:chgData name="Bo Huang" userId="1c20e167-743a-4a93-8ee7-824f011a443f" providerId="ADAL" clId="{1C8CD5EC-6BAE-409D-A4DD-BB1F6AD985E8}" dt="2026-02-27T02:47:28.114" v="4" actId="6549"/>
        <pc:sldMkLst>
          <pc:docMk/>
          <pc:sldMk cId="473419001" sldId="256"/>
        </pc:sldMkLst>
        <pc:spChg chg="mod">
          <ac:chgData name="Bo Huang" userId="1c20e167-743a-4a93-8ee7-824f011a443f" providerId="ADAL" clId="{1C8CD5EC-6BAE-409D-A4DD-BB1F6AD985E8}" dt="2026-02-27T02:47:28.114" v="4" actId="6549"/>
          <ac:spMkLst>
            <pc:docMk/>
            <pc:sldMk cId="473419001" sldId="256"/>
            <ac:spMk id="2" creationId="{8364BA1E-9CDA-0F5D-CC2A-14CFE8B1B8DE}"/>
          </ac:spMkLst>
        </pc:spChg>
      </pc:sldChg>
      <pc:sldChg chg="modSp mod">
        <pc:chgData name="Bo Huang" userId="1c20e167-743a-4a93-8ee7-824f011a443f" providerId="ADAL" clId="{1C8CD5EC-6BAE-409D-A4DD-BB1F6AD985E8}" dt="2026-02-27T03:15:41.773" v="30" actId="403"/>
        <pc:sldMkLst>
          <pc:docMk/>
          <pc:sldMk cId="3993345422" sldId="257"/>
        </pc:sldMkLst>
        <pc:spChg chg="mod">
          <ac:chgData name="Bo Huang" userId="1c20e167-743a-4a93-8ee7-824f011a443f" providerId="ADAL" clId="{1C8CD5EC-6BAE-409D-A4DD-BB1F6AD985E8}" dt="2026-02-27T03:15:32.743" v="29" actId="20577"/>
          <ac:spMkLst>
            <pc:docMk/>
            <pc:sldMk cId="3993345422" sldId="257"/>
            <ac:spMk id="2" creationId="{2F2CF023-3E9C-9A5F-DD95-BC42DF7D4116}"/>
          </ac:spMkLst>
        </pc:spChg>
        <pc:spChg chg="mod">
          <ac:chgData name="Bo Huang" userId="1c20e167-743a-4a93-8ee7-824f011a443f" providerId="ADAL" clId="{1C8CD5EC-6BAE-409D-A4DD-BB1F6AD985E8}" dt="2026-02-27T03:15:41.773" v="30" actId="403"/>
          <ac:spMkLst>
            <pc:docMk/>
            <pc:sldMk cId="3993345422" sldId="257"/>
            <ac:spMk id="3" creationId="{EB3C5D19-ED3A-7ADE-DB5C-DB7CB144004F}"/>
          </ac:spMkLst>
        </pc:spChg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3364483561" sldId="258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2889980793" sldId="259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2417316631" sldId="260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3757052493" sldId="261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1925293367" sldId="262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2276313362" sldId="263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2783225998" sldId="264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3943982713" sldId="265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2076701671" sldId="266"/>
        </pc:sldMkLst>
      </pc:sldChg>
      <pc:sldChg chg="del">
        <pc:chgData name="Bo Huang" userId="1c20e167-743a-4a93-8ee7-824f011a443f" providerId="ADAL" clId="{1C8CD5EC-6BAE-409D-A4DD-BB1F6AD985E8}" dt="2026-02-27T09:01:12.103" v="248" actId="47"/>
        <pc:sldMkLst>
          <pc:docMk/>
          <pc:sldMk cId="1670733605" sldId="267"/>
        </pc:sldMkLst>
      </pc:sldChg>
      <pc:sldChg chg="modSp new mod">
        <pc:chgData name="Bo Huang" userId="1c20e167-743a-4a93-8ee7-824f011a443f" providerId="ADAL" clId="{1C8CD5EC-6BAE-409D-A4DD-BB1F6AD985E8}" dt="2026-02-27T09:00:57.871" v="247" actId="27636"/>
        <pc:sldMkLst>
          <pc:docMk/>
          <pc:sldMk cId="229548995" sldId="268"/>
        </pc:sldMkLst>
        <pc:spChg chg="mod">
          <ac:chgData name="Bo Huang" userId="1c20e167-743a-4a93-8ee7-824f011a443f" providerId="ADAL" clId="{1C8CD5EC-6BAE-409D-A4DD-BB1F6AD985E8}" dt="2026-02-27T04:03:23.510" v="94" actId="20577"/>
          <ac:spMkLst>
            <pc:docMk/>
            <pc:sldMk cId="229548995" sldId="268"/>
            <ac:spMk id="2" creationId="{FE34D066-314F-C44B-0302-23A12B507D01}"/>
          </ac:spMkLst>
        </pc:spChg>
        <pc:spChg chg="mod">
          <ac:chgData name="Bo Huang" userId="1c20e167-743a-4a93-8ee7-824f011a443f" providerId="ADAL" clId="{1C8CD5EC-6BAE-409D-A4DD-BB1F6AD985E8}" dt="2026-02-27T09:00:57.871" v="247" actId="27636"/>
          <ac:spMkLst>
            <pc:docMk/>
            <pc:sldMk cId="229548995" sldId="268"/>
            <ac:spMk id="3" creationId="{67156D0D-1CBB-381F-7C56-9AEE9B4825BA}"/>
          </ac:spMkLst>
        </pc:spChg>
      </pc:sldChg>
      <pc:sldChg chg="addSp delSp modSp add mod">
        <pc:chgData name="Bo Huang" userId="1c20e167-743a-4a93-8ee7-824f011a443f" providerId="ADAL" clId="{1C8CD5EC-6BAE-409D-A4DD-BB1F6AD985E8}" dt="2026-02-27T03:23:08.934" v="46" actId="14100"/>
        <pc:sldMkLst>
          <pc:docMk/>
          <pc:sldMk cId="1524597638" sldId="269"/>
        </pc:sldMkLst>
        <pc:spChg chg="mod">
          <ac:chgData name="Bo Huang" userId="1c20e167-743a-4a93-8ee7-824f011a443f" providerId="ADAL" clId="{1C8CD5EC-6BAE-409D-A4DD-BB1F6AD985E8}" dt="2026-02-27T03:16:08.569" v="38" actId="20577"/>
          <ac:spMkLst>
            <pc:docMk/>
            <pc:sldMk cId="1524597638" sldId="269"/>
            <ac:spMk id="2" creationId="{73379C9E-1C0C-F8EE-AA5A-CC16A3135073}"/>
          </ac:spMkLst>
        </pc:spChg>
        <pc:spChg chg="del mod">
          <ac:chgData name="Bo Huang" userId="1c20e167-743a-4a93-8ee7-824f011a443f" providerId="ADAL" clId="{1C8CD5EC-6BAE-409D-A4DD-BB1F6AD985E8}" dt="2026-02-27T03:22:35.347" v="42"/>
          <ac:spMkLst>
            <pc:docMk/>
            <pc:sldMk cId="1524597638" sldId="269"/>
            <ac:spMk id="3" creationId="{60A6596B-A6A2-6FBA-2F54-7930A9A5EEA7}"/>
          </ac:spMkLst>
        </pc:spChg>
        <pc:spChg chg="add">
          <ac:chgData name="Bo Huang" userId="1c20e167-743a-4a93-8ee7-824f011a443f" providerId="ADAL" clId="{1C8CD5EC-6BAE-409D-A4DD-BB1F6AD985E8}" dt="2026-02-27T03:22:19.125" v="39"/>
          <ac:spMkLst>
            <pc:docMk/>
            <pc:sldMk cId="1524597638" sldId="269"/>
            <ac:spMk id="4" creationId="{E4E0FBA7-8A39-7598-5A7B-181932E8AED2}"/>
          </ac:spMkLst>
        </pc:spChg>
        <pc:spChg chg="add mod">
          <ac:chgData name="Bo Huang" userId="1c20e167-743a-4a93-8ee7-824f011a443f" providerId="ADAL" clId="{1C8CD5EC-6BAE-409D-A4DD-BB1F6AD985E8}" dt="2026-02-27T03:23:08.934" v="46" actId="14100"/>
          <ac:spMkLst>
            <pc:docMk/>
            <pc:sldMk cId="1524597638" sldId="269"/>
            <ac:spMk id="5" creationId="{28017233-BE74-550E-F161-C06D654A1543}"/>
          </ac:spMkLst>
        </pc:spChg>
      </pc:sldChg>
      <pc:sldChg chg="modSp new mod">
        <pc:chgData name="Bo Huang" userId="1c20e167-743a-4a93-8ee7-824f011a443f" providerId="ADAL" clId="{1C8CD5EC-6BAE-409D-A4DD-BB1F6AD985E8}" dt="2026-02-27T08:18:26.657" v="170" actId="27636"/>
        <pc:sldMkLst>
          <pc:docMk/>
          <pc:sldMk cId="3657426834" sldId="270"/>
        </pc:sldMkLst>
        <pc:spChg chg="mod">
          <ac:chgData name="Bo Huang" userId="1c20e167-743a-4a93-8ee7-824f011a443f" providerId="ADAL" clId="{1C8CD5EC-6BAE-409D-A4DD-BB1F6AD985E8}" dt="2026-02-27T06:22:41.808" v="164" actId="20577"/>
          <ac:spMkLst>
            <pc:docMk/>
            <pc:sldMk cId="3657426834" sldId="270"/>
            <ac:spMk id="2" creationId="{F4B82695-7EC3-C41C-B35E-31FC0E31DE5E}"/>
          </ac:spMkLst>
        </pc:spChg>
        <pc:spChg chg="mod">
          <ac:chgData name="Bo Huang" userId="1c20e167-743a-4a93-8ee7-824f011a443f" providerId="ADAL" clId="{1C8CD5EC-6BAE-409D-A4DD-BB1F6AD985E8}" dt="2026-02-27T08:18:26.657" v="170" actId="27636"/>
          <ac:spMkLst>
            <pc:docMk/>
            <pc:sldMk cId="3657426834" sldId="270"/>
            <ac:spMk id="3" creationId="{A6B1F475-5226-93FE-0D87-3B47F071E6C7}"/>
          </ac:spMkLst>
        </pc:spChg>
      </pc:sldChg>
      <pc:sldChg chg="modSp new mod">
        <pc:chgData name="Bo Huang" userId="1c20e167-743a-4a93-8ee7-824f011a443f" providerId="ADAL" clId="{1C8CD5EC-6BAE-409D-A4DD-BB1F6AD985E8}" dt="2026-02-27T08:22:33.257" v="194" actId="20577"/>
        <pc:sldMkLst>
          <pc:docMk/>
          <pc:sldMk cId="3244544358" sldId="271"/>
        </pc:sldMkLst>
        <pc:spChg chg="mod">
          <ac:chgData name="Bo Huang" userId="1c20e167-743a-4a93-8ee7-824f011a443f" providerId="ADAL" clId="{1C8CD5EC-6BAE-409D-A4DD-BB1F6AD985E8}" dt="2026-02-27T08:18:58.792" v="193" actId="313"/>
          <ac:spMkLst>
            <pc:docMk/>
            <pc:sldMk cId="3244544358" sldId="271"/>
            <ac:spMk id="2" creationId="{8F59A38D-9B56-14E2-82FE-9DF539145C6D}"/>
          </ac:spMkLst>
        </pc:spChg>
        <pc:spChg chg="mod">
          <ac:chgData name="Bo Huang" userId="1c20e167-743a-4a93-8ee7-824f011a443f" providerId="ADAL" clId="{1C8CD5EC-6BAE-409D-A4DD-BB1F6AD985E8}" dt="2026-02-27T08:22:33.257" v="194" actId="20577"/>
          <ac:spMkLst>
            <pc:docMk/>
            <pc:sldMk cId="3244544358" sldId="271"/>
            <ac:spMk id="3" creationId="{DBE8E2A3-5C87-7533-7730-6AE4CD62D30E}"/>
          </ac:spMkLst>
        </pc:spChg>
      </pc:sldChg>
      <pc:sldChg chg="modSp new mod">
        <pc:chgData name="Bo Huang" userId="1c20e167-743a-4a93-8ee7-824f011a443f" providerId="ADAL" clId="{1C8CD5EC-6BAE-409D-A4DD-BB1F6AD985E8}" dt="2026-02-27T09:00:51.488" v="245" actId="27636"/>
        <pc:sldMkLst>
          <pc:docMk/>
          <pc:sldMk cId="240188799" sldId="272"/>
        </pc:sldMkLst>
        <pc:spChg chg="mod">
          <ac:chgData name="Bo Huang" userId="1c20e167-743a-4a93-8ee7-824f011a443f" providerId="ADAL" clId="{1C8CD5EC-6BAE-409D-A4DD-BB1F6AD985E8}" dt="2026-02-27T09:00:09.048" v="230" actId="20577"/>
          <ac:spMkLst>
            <pc:docMk/>
            <pc:sldMk cId="240188799" sldId="272"/>
            <ac:spMk id="2" creationId="{B0008753-0638-D79E-1162-A40ADBCDAF57}"/>
          </ac:spMkLst>
        </pc:spChg>
        <pc:spChg chg="mod">
          <ac:chgData name="Bo Huang" userId="1c20e167-743a-4a93-8ee7-824f011a443f" providerId="ADAL" clId="{1C8CD5EC-6BAE-409D-A4DD-BB1F6AD985E8}" dt="2026-02-27T09:00:51.488" v="245" actId="27636"/>
          <ac:spMkLst>
            <pc:docMk/>
            <pc:sldMk cId="240188799" sldId="272"/>
            <ac:spMk id="3" creationId="{56CEA1FA-0D4F-4B3F-1809-5B44DB083B6D}"/>
          </ac:spMkLst>
        </pc:spChg>
      </pc:sldChg>
      <pc:sldChg chg="modSp new mod">
        <pc:chgData name="Bo Huang" userId="1c20e167-743a-4a93-8ee7-824f011a443f" providerId="ADAL" clId="{1C8CD5EC-6BAE-409D-A4DD-BB1F6AD985E8}" dt="2026-02-27T09:00:42.878" v="243" actId="27636"/>
        <pc:sldMkLst>
          <pc:docMk/>
          <pc:sldMk cId="341860691" sldId="273"/>
        </pc:sldMkLst>
        <pc:spChg chg="mod">
          <ac:chgData name="Bo Huang" userId="1c20e167-743a-4a93-8ee7-824f011a443f" providerId="ADAL" clId="{1C8CD5EC-6BAE-409D-A4DD-BB1F6AD985E8}" dt="2026-02-27T09:00:30.197" v="238" actId="20577"/>
          <ac:spMkLst>
            <pc:docMk/>
            <pc:sldMk cId="341860691" sldId="273"/>
            <ac:spMk id="2" creationId="{47C46201-7F79-446A-208F-F00FAA4F064F}"/>
          </ac:spMkLst>
        </pc:spChg>
        <pc:spChg chg="mod">
          <ac:chgData name="Bo Huang" userId="1c20e167-743a-4a93-8ee7-824f011a443f" providerId="ADAL" clId="{1C8CD5EC-6BAE-409D-A4DD-BB1F6AD985E8}" dt="2026-02-27T09:00:42.878" v="243" actId="27636"/>
          <ac:spMkLst>
            <pc:docMk/>
            <pc:sldMk cId="341860691" sldId="273"/>
            <ac:spMk id="3" creationId="{0CE25443-5FEB-5FEB-6641-94A902845C45}"/>
          </ac:spMkLst>
        </pc:spChg>
      </pc:sldChg>
      <pc:sldChg chg="addSp delSp modSp new mod">
        <pc:chgData name="Bo Huang" userId="1c20e167-743a-4a93-8ee7-824f011a443f" providerId="ADAL" clId="{1C8CD5EC-6BAE-409D-A4DD-BB1F6AD985E8}" dt="2026-02-27T09:21:38.020" v="273" actId="14100"/>
        <pc:sldMkLst>
          <pc:docMk/>
          <pc:sldMk cId="1879020161" sldId="274"/>
        </pc:sldMkLst>
        <pc:spChg chg="mod">
          <ac:chgData name="Bo Huang" userId="1c20e167-743a-4a93-8ee7-824f011a443f" providerId="ADAL" clId="{1C8CD5EC-6BAE-409D-A4DD-BB1F6AD985E8}" dt="2026-02-27T09:03:29.432" v="265" actId="20577"/>
          <ac:spMkLst>
            <pc:docMk/>
            <pc:sldMk cId="1879020161" sldId="274"/>
            <ac:spMk id="2" creationId="{2C4EEA45-2D33-A687-312B-EA918F80D6DA}"/>
          </ac:spMkLst>
        </pc:spChg>
        <pc:spChg chg="del">
          <ac:chgData name="Bo Huang" userId="1c20e167-743a-4a93-8ee7-824f011a443f" providerId="ADAL" clId="{1C8CD5EC-6BAE-409D-A4DD-BB1F6AD985E8}" dt="2026-02-27T09:21:04.356" v="266" actId="478"/>
          <ac:spMkLst>
            <pc:docMk/>
            <pc:sldMk cId="1879020161" sldId="274"/>
            <ac:spMk id="3" creationId="{3D43F322-FFF1-0959-01D1-90CC61F82504}"/>
          </ac:spMkLst>
        </pc:spChg>
        <pc:spChg chg="add del">
          <ac:chgData name="Bo Huang" userId="1c20e167-743a-4a93-8ee7-824f011a443f" providerId="ADAL" clId="{1C8CD5EC-6BAE-409D-A4DD-BB1F6AD985E8}" dt="2026-02-27T09:21:07.557" v="268" actId="22"/>
          <ac:spMkLst>
            <pc:docMk/>
            <pc:sldMk cId="1879020161" sldId="274"/>
            <ac:spMk id="5" creationId="{E76EF371-9CF0-B6BD-FFE2-53D04028A78D}"/>
          </ac:spMkLst>
        </pc:spChg>
        <pc:picChg chg="add mod">
          <ac:chgData name="Bo Huang" userId="1c20e167-743a-4a93-8ee7-824f011a443f" providerId="ADAL" clId="{1C8CD5EC-6BAE-409D-A4DD-BB1F6AD985E8}" dt="2026-02-27T09:21:38.020" v="273" actId="14100"/>
          <ac:picMkLst>
            <pc:docMk/>
            <pc:sldMk cId="1879020161" sldId="274"/>
            <ac:picMk id="7" creationId="{FCB4F6AA-6A51-557A-7462-02C1699DAE5B}"/>
          </ac:picMkLst>
        </pc:picChg>
      </pc:sldChg>
      <pc:sldChg chg="delSp modSp new mod">
        <pc:chgData name="Bo Huang" userId="1c20e167-743a-4a93-8ee7-824f011a443f" providerId="ADAL" clId="{1C8CD5EC-6BAE-409D-A4DD-BB1F6AD985E8}" dt="2026-02-27T09:24:18.238" v="285" actId="403"/>
        <pc:sldMkLst>
          <pc:docMk/>
          <pc:sldMk cId="85311657" sldId="275"/>
        </pc:sldMkLst>
        <pc:spChg chg="del">
          <ac:chgData name="Bo Huang" userId="1c20e167-743a-4a93-8ee7-824f011a443f" providerId="ADAL" clId="{1C8CD5EC-6BAE-409D-A4DD-BB1F6AD985E8}" dt="2026-02-27T09:23:31.875" v="275" actId="478"/>
          <ac:spMkLst>
            <pc:docMk/>
            <pc:sldMk cId="85311657" sldId="275"/>
            <ac:spMk id="2" creationId="{AEDDF2A0-896A-D933-0C9C-433A62A25C76}"/>
          </ac:spMkLst>
        </pc:spChg>
        <pc:spChg chg="mod">
          <ac:chgData name="Bo Huang" userId="1c20e167-743a-4a93-8ee7-824f011a443f" providerId="ADAL" clId="{1C8CD5EC-6BAE-409D-A4DD-BB1F6AD985E8}" dt="2026-02-27T09:24:18.238" v="285" actId="403"/>
          <ac:spMkLst>
            <pc:docMk/>
            <pc:sldMk cId="85311657" sldId="275"/>
            <ac:spMk id="3" creationId="{E48B008F-033B-5EA2-5665-0A7626AFAA4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31794-8018-1718-C3FC-14CFBAA64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E18D1-1023-161E-7A4D-5EBDDAE7A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2335E-142B-1E2C-DBF7-B2856AA9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B9025-B242-C298-AA4C-FBA88245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3FB06-4CC5-4994-CA09-0A2D5BC2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3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71F2-B7A4-77D6-C55C-5C804AAD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90F7-BE98-D159-6D2E-1B897A911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B30A3-2FFB-301E-327C-0AE76008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B73FC-9C78-73B6-CA5F-0769D21F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22C4-1ADC-EEA2-BACE-85BDFF97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9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C97E-B5D7-E9F5-7D05-6AB25AC39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6F959-DE80-7B7F-26AF-F3C96ED86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DEB3-3D25-686E-1BB3-281628F5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5FA11-7F5B-0244-0897-CF4A8F1E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C67C-C355-A1CE-6680-498C88DA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8ACF-6556-4DE4-16C7-36B92A2B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72DD9-2877-FEB8-3003-A5A04B4F3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7EDE7-894A-5183-A662-C79B6457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AB431-7C02-B6D9-F085-AE16D98D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AB90C-CCD6-0655-7428-A9060E66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D0CB1-89B5-EF87-82F1-699AEFF2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9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A5A9-2B39-A4EA-D1C5-EE7DBAE65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56188-8755-34A2-697A-604E8A6BE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DAF42-2FD2-F395-7177-9790BEFFA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EC4D3-A5E6-6540-BAA5-E4E2579EF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73F26F-0712-D444-E90A-27BCC7B00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87A70-3C7C-E531-468D-AB50EF3B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C0B47-4EDB-6FAC-1B28-C6BA4536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EDDBA-B268-2DA8-8F69-ED7B14BF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7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796B-8453-22C8-279F-2BBC6489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D5F81C-11C2-9D76-E1CB-8A1B0261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1F281-E0FE-8E4D-1FD5-1F1449D6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56AC0-5276-157D-A4DB-D41F2F59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1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26422-0544-4F58-7C36-79B697254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61279-BDFE-C42A-2F0B-6DA18921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7045E-CCEC-DE05-5855-3C0DC8FC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6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5885-B777-9AC3-F9A4-551ACEDD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70BE-244B-B066-4B6D-DA0733231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99DAA-9F80-05CE-FD38-A456CD51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65C4E-B90F-819B-4492-03CE123B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22B0D-0307-C5FD-A6B2-D4A1BC79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E3981-CF76-477A-A7C6-1F5D2DB5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0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8F8-529C-80FE-E28E-ACC56D4C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E30699-518C-B986-70EE-09AB486B3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20079-0582-86A5-8C47-694A8EAE2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9ED8A-3F30-487F-5B36-B206205F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C5C2A-1A3D-D028-86BE-AAE388A7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1DB32-B381-D65D-324D-EB51E04A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00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417F-B4F3-6A27-0833-CB4C4E71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28EAF-6E75-2222-48AF-B3F7B73DE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1BB2-F809-E97D-3F8F-5518DAE5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9E943-A466-BE20-6784-D1AD2EAF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3B11F-13B8-BDAE-BD80-2588FF93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9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4234A-2C01-7324-A427-73EABD2DD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91444-3D95-0596-D12C-FEB3637D3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6981D-7F7F-AE72-15AF-B005BA65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0764-62FD-637D-414D-D79FAABC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552CA-18DE-339A-C346-21DF37D9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7A226-9F45-C926-CEAD-49F4852E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8334D-3A67-6DF3-4107-C7C9FE674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7C8ED-B37E-E8F0-4554-23BB0B167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59961-94FA-4346-8898-D1C20B0D709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B5F60-E4CE-9252-3D8E-ED3CAC5DF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40F67-38CB-801A-3C94-1BC20B0F9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8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BA1E-9CDA-0F5D-CC2A-14CFE8B1B8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Arc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8A94-F962-F2C1-6A26-640519150C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1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F023-3E9C-9A5F-DD95-BC42DF7D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C5D19-ED3A-7ADE-DB5C-DB7CB1440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218"/>
            <a:ext cx="10515600" cy="548178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100" dirty="0"/>
              <a:t>import </a:t>
            </a:r>
            <a:r>
              <a:rPr lang="en-US" sz="3100" dirty="0" err="1"/>
              <a:t>arcpy</a:t>
            </a:r>
            <a:endParaRPr lang="en-US" sz="3100" dirty="0"/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# Get the current project</a:t>
            </a:r>
          </a:p>
          <a:p>
            <a:pPr marL="0" indent="0">
              <a:buNone/>
            </a:pPr>
            <a:r>
              <a:rPr lang="en-US" sz="3100" dirty="0"/>
              <a:t>project = </a:t>
            </a:r>
            <a:r>
              <a:rPr lang="en-US" sz="3100" dirty="0" err="1"/>
              <a:t>arcpy.mp.ArcGISProject</a:t>
            </a:r>
            <a:r>
              <a:rPr lang="en-US" sz="3100" dirty="0"/>
              <a:t>("CURRENT")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# Set the name of the map and layer you want to find</a:t>
            </a:r>
          </a:p>
          <a:p>
            <a:pPr marL="0" indent="0">
              <a:buNone/>
            </a:pPr>
            <a:r>
              <a:rPr lang="en-US" sz="3100" dirty="0" err="1"/>
              <a:t>map_name</a:t>
            </a:r>
            <a:r>
              <a:rPr lang="en-US" sz="3100" dirty="0"/>
              <a:t> = "</a:t>
            </a:r>
            <a:r>
              <a:rPr lang="en-US" sz="3100" dirty="0" err="1"/>
              <a:t>YourMapName</a:t>
            </a:r>
            <a:r>
              <a:rPr lang="en-US" sz="3100" dirty="0"/>
              <a:t>"</a:t>
            </a:r>
          </a:p>
          <a:p>
            <a:pPr marL="0" indent="0">
              <a:buNone/>
            </a:pPr>
            <a:r>
              <a:rPr lang="en-US" sz="3100" dirty="0" err="1"/>
              <a:t>layer_name</a:t>
            </a:r>
            <a:r>
              <a:rPr lang="en-US" sz="3100" dirty="0"/>
              <a:t> = "</a:t>
            </a:r>
            <a:r>
              <a:rPr lang="en-US" sz="3100" dirty="0" err="1"/>
              <a:t>YourLayerName</a:t>
            </a:r>
            <a:r>
              <a:rPr lang="en-US" sz="3100" dirty="0"/>
              <a:t>"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# Get the map</a:t>
            </a:r>
          </a:p>
          <a:p>
            <a:pPr marL="0" indent="0">
              <a:buNone/>
            </a:pPr>
            <a:r>
              <a:rPr lang="en-US" sz="3100" dirty="0"/>
              <a:t>map = </a:t>
            </a:r>
            <a:r>
              <a:rPr lang="en-US" sz="3100" dirty="0" err="1"/>
              <a:t>project.listMaps</a:t>
            </a:r>
            <a:r>
              <a:rPr lang="en-US" sz="3100" dirty="0"/>
              <a:t>(</a:t>
            </a:r>
            <a:r>
              <a:rPr lang="en-US" sz="3100" dirty="0" err="1"/>
              <a:t>map_name</a:t>
            </a:r>
            <a:r>
              <a:rPr lang="en-US" sz="3100" dirty="0"/>
              <a:t>)[0]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# Find the layer by name</a:t>
            </a:r>
          </a:p>
          <a:p>
            <a:pPr marL="0" indent="0">
              <a:buNone/>
            </a:pPr>
            <a:r>
              <a:rPr lang="en-US" sz="3100" dirty="0"/>
              <a:t>layer = None</a:t>
            </a:r>
          </a:p>
          <a:p>
            <a:pPr marL="0" indent="0">
              <a:buNone/>
            </a:pPr>
            <a:r>
              <a:rPr lang="en-US" sz="3100" dirty="0"/>
              <a:t>for </a:t>
            </a:r>
            <a:r>
              <a:rPr lang="en-US" sz="3100" dirty="0" err="1"/>
              <a:t>lyr</a:t>
            </a:r>
            <a:r>
              <a:rPr lang="en-US" sz="3100" dirty="0"/>
              <a:t> in </a:t>
            </a:r>
            <a:r>
              <a:rPr lang="en-US" sz="3100" dirty="0" err="1"/>
              <a:t>map.listLayers</a:t>
            </a:r>
            <a:r>
              <a:rPr lang="en-US" sz="3100" dirty="0"/>
              <a:t>():</a:t>
            </a:r>
          </a:p>
          <a:p>
            <a:pPr marL="0" indent="0">
              <a:buNone/>
            </a:pPr>
            <a:r>
              <a:rPr lang="en-US" sz="3100" dirty="0"/>
              <a:t>    if lyr.name == </a:t>
            </a:r>
            <a:r>
              <a:rPr lang="en-US" sz="3100" dirty="0" err="1"/>
              <a:t>layer_name</a:t>
            </a:r>
            <a:r>
              <a:rPr lang="en-US" sz="3100" dirty="0"/>
              <a:t>:</a:t>
            </a:r>
          </a:p>
          <a:p>
            <a:pPr marL="0" indent="0">
              <a:buNone/>
            </a:pPr>
            <a:r>
              <a:rPr lang="en-US" sz="3100" dirty="0"/>
              <a:t>        layer = </a:t>
            </a:r>
            <a:r>
              <a:rPr lang="en-US" sz="3100" dirty="0" err="1"/>
              <a:t>lyr</a:t>
            </a:r>
            <a:endParaRPr lang="en-US" sz="3100" dirty="0"/>
          </a:p>
          <a:p>
            <a:pPr marL="0" indent="0">
              <a:buNone/>
            </a:pPr>
            <a:r>
              <a:rPr lang="en-US" sz="3100" dirty="0"/>
              <a:t>        break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if layer:</a:t>
            </a:r>
          </a:p>
          <a:p>
            <a:pPr marL="0" indent="0">
              <a:buNone/>
            </a:pPr>
            <a:r>
              <a:rPr lang="en-US" sz="3100" dirty="0"/>
              <a:t>    print(</a:t>
            </a:r>
            <a:r>
              <a:rPr lang="en-US" sz="3100" dirty="0" err="1"/>
              <a:t>f"Layer</a:t>
            </a:r>
            <a:r>
              <a:rPr lang="en-US" sz="3100" dirty="0"/>
              <a:t> '{</a:t>
            </a:r>
            <a:r>
              <a:rPr lang="en-US" sz="3100" dirty="0" err="1"/>
              <a:t>layer_name</a:t>
            </a:r>
            <a:r>
              <a:rPr lang="en-US" sz="3100" dirty="0"/>
              <a:t>}' found: {layer}")</a:t>
            </a:r>
          </a:p>
          <a:p>
            <a:pPr marL="0" indent="0">
              <a:buNone/>
            </a:pPr>
            <a:r>
              <a:rPr lang="en-US" sz="3100" dirty="0"/>
              <a:t>else:</a:t>
            </a:r>
          </a:p>
          <a:p>
            <a:pPr marL="0" indent="0">
              <a:buNone/>
            </a:pPr>
            <a:r>
              <a:rPr lang="en-US" sz="3100" dirty="0"/>
              <a:t>    print(</a:t>
            </a:r>
            <a:r>
              <a:rPr lang="en-US" sz="3100" dirty="0" err="1"/>
              <a:t>f"Layer</a:t>
            </a:r>
            <a:r>
              <a:rPr lang="en-US" sz="3100" dirty="0"/>
              <a:t> '{</a:t>
            </a:r>
            <a:r>
              <a:rPr lang="en-US" sz="3100" dirty="0" err="1"/>
              <a:t>layer_name</a:t>
            </a:r>
            <a:r>
              <a:rPr lang="en-US" sz="3100" dirty="0"/>
              <a:t>}' not found.")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34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5F-6953-5661-9DB4-38668B37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9C9E-1C0C-F8EE-AA5A-CC16A313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a layer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017233-BE74-550E-F161-C06D654A1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301026"/>
            <a:ext cx="948805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arcpy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Get the current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arcpy.mp.ArcGISProject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("CURRENT")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Names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map_name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YourMapName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YourLayerName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Get the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project.listMaps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map_name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)[0]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Find the layer by name (first match)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layer_to_remove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None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lyr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m.listLayers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if lyr.name ==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layer_to_remove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lyr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break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Remove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layer_to_remove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m.removeLayer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layer_to_remove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print(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f"Removed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layer: {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print(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f"Layer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'{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layer_name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}' not found.")</a:t>
            </a:r>
          </a:p>
        </p:txBody>
      </p:sp>
    </p:spTree>
    <p:extLst>
      <p:ext uri="{BB962C8B-B14F-4D97-AF65-F5344CB8AC3E}">
        <p14:creationId xmlns:p14="http://schemas.microsoft.com/office/powerpoint/2010/main" val="1524597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2695-7EC3-C41C-B35E-31FC0E31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in terms of certain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1F475-5226-93FE-0D87-3B47F071E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782" y="1394691"/>
            <a:ext cx="10698018" cy="478227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arcpy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Get the current project</a:t>
            </a:r>
          </a:p>
          <a:p>
            <a:pPr marL="0" indent="0">
              <a:buNone/>
            </a:pPr>
            <a:r>
              <a:rPr lang="en-US" dirty="0"/>
              <a:t>project = </a:t>
            </a:r>
            <a:r>
              <a:rPr lang="en-US" dirty="0" err="1"/>
              <a:t>arcpy.mp.ArcGISProject</a:t>
            </a:r>
            <a:r>
              <a:rPr lang="en-US" dirty="0"/>
              <a:t>("CURRENT")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Set the name of the map and layer you want to find</a:t>
            </a:r>
          </a:p>
          <a:p>
            <a:pPr marL="0" indent="0">
              <a:buNone/>
            </a:pPr>
            <a:r>
              <a:rPr lang="en-US" dirty="0" err="1"/>
              <a:t>map_name</a:t>
            </a:r>
            <a:r>
              <a:rPr lang="en-US" dirty="0"/>
              <a:t> = "Map"</a:t>
            </a:r>
          </a:p>
          <a:p>
            <a:pPr marL="0" indent="0">
              <a:buNone/>
            </a:pPr>
            <a:r>
              <a:rPr lang="en-US" dirty="0" err="1"/>
              <a:t>layer_name</a:t>
            </a:r>
            <a:r>
              <a:rPr lang="en-US" dirty="0"/>
              <a:t> = "LANDUSE"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Get the layer</a:t>
            </a:r>
          </a:p>
          <a:p>
            <a:pPr marL="0" indent="0">
              <a:buNone/>
            </a:pPr>
            <a:r>
              <a:rPr lang="en-US" dirty="0" err="1"/>
              <a:t>mp</a:t>
            </a:r>
            <a:r>
              <a:rPr lang="en-US" dirty="0"/>
              <a:t> = </a:t>
            </a:r>
            <a:r>
              <a:rPr lang="en-US" dirty="0" err="1"/>
              <a:t>project.listMaps</a:t>
            </a:r>
            <a:r>
              <a:rPr lang="en-US" dirty="0"/>
              <a:t>(</a:t>
            </a:r>
            <a:r>
              <a:rPr lang="en-US" dirty="0" err="1"/>
              <a:t>map_name</a:t>
            </a:r>
            <a:r>
              <a:rPr lang="en-US" dirty="0"/>
              <a:t>)[0]</a:t>
            </a:r>
          </a:p>
          <a:p>
            <a:pPr marL="0" indent="0">
              <a:buNone/>
            </a:pPr>
            <a:r>
              <a:rPr lang="en-US" dirty="0" err="1"/>
              <a:t>lyr</a:t>
            </a:r>
            <a:r>
              <a:rPr lang="en-US" dirty="0"/>
              <a:t> = </a:t>
            </a:r>
            <a:r>
              <a:rPr lang="en-US" dirty="0" err="1"/>
              <a:t>mp.listLayers</a:t>
            </a:r>
            <a:r>
              <a:rPr lang="en-US" dirty="0"/>
              <a:t>()[0]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where clause</a:t>
            </a:r>
          </a:p>
          <a:p>
            <a:pPr marL="0" indent="0">
              <a:buNone/>
            </a:pPr>
            <a:r>
              <a:rPr lang="en-US" dirty="0"/>
              <a:t>where = "LU = 300 AND AREA &gt; 100"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Apply selection</a:t>
            </a:r>
          </a:p>
          <a:p>
            <a:pPr marL="0" indent="0">
              <a:buNone/>
            </a:pPr>
            <a:r>
              <a:rPr lang="en-US" dirty="0" err="1"/>
              <a:t>arcpy.management.SelectLayerByAttribute</a:t>
            </a:r>
            <a:r>
              <a:rPr lang="en-US" dirty="0"/>
              <a:t>(</a:t>
            </a:r>
            <a:r>
              <a:rPr lang="en-US" dirty="0" err="1"/>
              <a:t>lyr</a:t>
            </a:r>
            <a:r>
              <a:rPr lang="en-US" dirty="0"/>
              <a:t>, "NEW_SELECTION", where)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2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A38D-9B56-14E2-82FE-9DF53914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E2A3-5C87-7533-7730-6AE4CD62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 Print count</a:t>
            </a:r>
          </a:p>
          <a:p>
            <a:pPr marL="0" indent="0">
              <a:buNone/>
            </a:pPr>
            <a:r>
              <a:rPr lang="en-US" dirty="0" err="1"/>
              <a:t>sel_count</a:t>
            </a:r>
            <a:r>
              <a:rPr lang="en-US" dirty="0"/>
              <a:t> = int(</a:t>
            </a:r>
            <a:r>
              <a:rPr lang="en-US" dirty="0" err="1"/>
              <a:t>arcpy.management.GetCount</a:t>
            </a:r>
            <a:r>
              <a:rPr lang="en-US" dirty="0"/>
              <a:t>(</a:t>
            </a:r>
            <a:r>
              <a:rPr lang="en-US" dirty="0" err="1"/>
              <a:t>lyr</a:t>
            </a:r>
            <a:r>
              <a:rPr lang="en-US" dirty="0"/>
              <a:t>)[0])</a:t>
            </a:r>
          </a:p>
          <a:p>
            <a:pPr marL="0" indent="0">
              <a:buNone/>
            </a:pPr>
            <a:r>
              <a:rPr lang="en-US" dirty="0"/>
              <a:t>print("Selected parcels:", </a:t>
            </a:r>
            <a:r>
              <a:rPr lang="en-US" dirty="0" err="1"/>
              <a:t>sel_count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Display IDs (</a:t>
            </a:r>
            <a:r>
              <a:rPr lang="en-US" dirty="0" err="1"/>
              <a:t>ObjectIDs</a:t>
            </a:r>
            <a:r>
              <a:rPr lang="en-US" dirty="0"/>
              <a:t>) of the selected features</a:t>
            </a:r>
          </a:p>
          <a:p>
            <a:pPr marL="0" indent="0">
              <a:buNone/>
            </a:pPr>
            <a:r>
              <a:rPr lang="en-US" dirty="0"/>
              <a:t># Using </a:t>
            </a:r>
            <a:r>
              <a:rPr lang="en-US" dirty="0" err="1"/>
              <a:t>lyr</a:t>
            </a:r>
            <a:r>
              <a:rPr lang="en-US" dirty="0"/>
              <a:t> directly will respect the current selection</a:t>
            </a:r>
          </a:p>
          <a:p>
            <a:pPr marL="0" indent="0">
              <a:buNone/>
            </a:pPr>
            <a:r>
              <a:rPr lang="en-US" dirty="0" err="1"/>
              <a:t>oids</a:t>
            </a:r>
            <a:r>
              <a:rPr lang="en-US" dirty="0"/>
              <a:t> = []</a:t>
            </a:r>
          </a:p>
          <a:p>
            <a:pPr marL="0" indent="0">
              <a:buNone/>
            </a:pPr>
            <a:r>
              <a:rPr lang="en-US" dirty="0"/>
              <a:t>with </a:t>
            </a:r>
            <a:r>
              <a:rPr lang="en-US" dirty="0" err="1"/>
              <a:t>arcpy.da.SearchCursor</a:t>
            </a:r>
            <a:r>
              <a:rPr lang="en-US" dirty="0"/>
              <a:t>(</a:t>
            </a:r>
            <a:r>
              <a:rPr lang="en-US" dirty="0" err="1"/>
              <a:t>lyr</a:t>
            </a:r>
            <a:r>
              <a:rPr lang="en-US" dirty="0"/>
              <a:t>, ["OID@"]) as cur: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oid</a:t>
            </a:r>
            <a:r>
              <a:rPr lang="en-US" dirty="0"/>
              <a:t>,) in cur: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oids.append</a:t>
            </a:r>
            <a:r>
              <a:rPr lang="en-US" dirty="0"/>
              <a:t>(</a:t>
            </a:r>
            <a:r>
              <a:rPr lang="en-US" dirty="0" err="1"/>
              <a:t>oid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print("Selected OIDs:")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oids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454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D066-314F-C44B-0302-23A12B50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Reclassify a field – single factor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56D0D-1CBB-381F-7C56-9AEE9B482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30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arcpy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get_lufield</a:t>
            </a:r>
            <a:r>
              <a:rPr lang="en-US" dirty="0"/>
              <a:t>(table):</a:t>
            </a:r>
          </a:p>
          <a:p>
            <a:pPr marL="0" indent="0">
              <a:buNone/>
            </a:pPr>
            <a:r>
              <a:rPr lang="en-US" dirty="0"/>
              <a:t>    fields = </a:t>
            </a:r>
            <a:r>
              <a:rPr lang="en-US" dirty="0" err="1"/>
              <a:t>arcpy.ListFields</a:t>
            </a:r>
            <a:r>
              <a:rPr lang="en-US" dirty="0"/>
              <a:t>(table)</a:t>
            </a:r>
          </a:p>
          <a:p>
            <a:pPr marL="0" indent="0">
              <a:buNone/>
            </a:pPr>
            <a:r>
              <a:rPr lang="en-US" dirty="0"/>
              <a:t>    for field in fields:</a:t>
            </a:r>
          </a:p>
          <a:p>
            <a:pPr marL="0" indent="0">
              <a:buNone/>
            </a:pPr>
            <a:r>
              <a:rPr lang="en-US" dirty="0"/>
              <a:t>        if field.name == "LU":</a:t>
            </a:r>
          </a:p>
          <a:p>
            <a:pPr marL="0" indent="0">
              <a:buNone/>
            </a:pPr>
            <a:r>
              <a:rPr lang="en-US" dirty="0"/>
              <a:t>            return field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get_lusuit</a:t>
            </a:r>
            <a:r>
              <a:rPr lang="en-US" dirty="0"/>
              <a:t>(table):</a:t>
            </a:r>
          </a:p>
          <a:p>
            <a:pPr marL="0" indent="0">
              <a:buNone/>
            </a:pPr>
            <a:r>
              <a:rPr lang="en-US" dirty="0"/>
              <a:t>    fields = </a:t>
            </a:r>
            <a:r>
              <a:rPr lang="en-US" dirty="0" err="1"/>
              <a:t>arcpy.ListFields</a:t>
            </a:r>
            <a:r>
              <a:rPr lang="en-US" dirty="0"/>
              <a:t>(table)</a:t>
            </a:r>
          </a:p>
          <a:p>
            <a:pPr marL="0" indent="0">
              <a:buNone/>
            </a:pPr>
            <a:r>
              <a:rPr lang="en-US" dirty="0"/>
              <a:t>    for field in fields:</a:t>
            </a:r>
          </a:p>
          <a:p>
            <a:pPr marL="0" indent="0">
              <a:buNone/>
            </a:pPr>
            <a:r>
              <a:rPr lang="en-US" dirty="0"/>
              <a:t>        if field.name == "</a:t>
            </a:r>
            <a:r>
              <a:rPr lang="en-US" dirty="0" err="1"/>
              <a:t>LU_suit</a:t>
            </a:r>
            <a:r>
              <a:rPr lang="en-US" dirty="0"/>
              <a:t>":</a:t>
            </a:r>
          </a:p>
          <a:p>
            <a:pPr marL="0" indent="0">
              <a:buNone/>
            </a:pPr>
            <a:r>
              <a:rPr lang="en-US" dirty="0"/>
              <a:t>            return field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4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8753-0638-D79E-1162-A40ADBCD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EA1FA-0D4F-4B3F-1809-5B44DB083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changefldvalue</a:t>
            </a:r>
            <a:r>
              <a:rPr lang="en-US" dirty="0"/>
              <a:t>(</a:t>
            </a:r>
            <a:r>
              <a:rPr lang="en-US" dirty="0" err="1"/>
              <a:t>lulayer</a:t>
            </a:r>
            <a:r>
              <a:rPr lang="en-US" dirty="0"/>
              <a:t>, </a:t>
            </a:r>
            <a:r>
              <a:rPr lang="en-US" dirty="0" err="1"/>
              <a:t>lufield</a:t>
            </a:r>
            <a:r>
              <a:rPr lang="en-US" dirty="0"/>
              <a:t>, </a:t>
            </a:r>
            <a:r>
              <a:rPr lang="en-US" dirty="0" err="1"/>
              <a:t>suitfield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# Create the search cursor</a:t>
            </a:r>
          </a:p>
          <a:p>
            <a:pPr marL="0" indent="0">
              <a:buNone/>
            </a:pPr>
            <a:r>
              <a:rPr lang="en-US" dirty="0"/>
              <a:t>    cursor = </a:t>
            </a:r>
            <a:r>
              <a:rPr lang="en-US" dirty="0" err="1"/>
              <a:t>arcpy.UpdateCursor</a:t>
            </a:r>
            <a:r>
              <a:rPr lang="en-US" dirty="0"/>
              <a:t>(</a:t>
            </a:r>
            <a:r>
              <a:rPr lang="en-US" dirty="0" err="1"/>
              <a:t>lulayer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Iterate through the rows in the cursor</a:t>
            </a:r>
          </a:p>
          <a:p>
            <a:pPr marL="0" indent="0">
              <a:buNone/>
            </a:pPr>
            <a:r>
              <a:rPr lang="en-US" dirty="0"/>
              <a:t>    for row in cursor: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row.getValue</a:t>
            </a:r>
            <a:r>
              <a:rPr lang="en-US" dirty="0"/>
              <a:t>(lufield.name)==100: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row.setValue</a:t>
            </a:r>
            <a:r>
              <a:rPr lang="en-US" dirty="0"/>
              <a:t>(suitfield.name, 5)</a:t>
            </a:r>
          </a:p>
          <a:p>
            <a:pPr marL="0" indent="0">
              <a:buNone/>
            </a:pPr>
            <a:r>
              <a:rPr lang="en-US" dirty="0"/>
              <a:t>        else: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row.setValue</a:t>
            </a:r>
            <a:r>
              <a:rPr lang="en-US" dirty="0"/>
              <a:t>(suitfield.name, 3)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cursor.updateRow</a:t>
            </a:r>
            <a:r>
              <a:rPr lang="en-US" dirty="0"/>
              <a:t>(row)</a:t>
            </a:r>
          </a:p>
          <a:p>
            <a:pPr marL="0" indent="0">
              <a:buNone/>
            </a:pPr>
            <a:r>
              <a:rPr lang="en-US" dirty="0"/>
              <a:t>    #return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8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6201-7F79-446A-208F-F00FAA4F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5443-5FEB-5FEB-6641-94A902845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99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project = </a:t>
            </a:r>
            <a:r>
              <a:rPr lang="en-US" dirty="0" err="1"/>
              <a:t>arcpy.mp.ArcGISProject</a:t>
            </a:r>
            <a:r>
              <a:rPr lang="en-US" dirty="0"/>
              <a:t>("CURRENT")</a:t>
            </a:r>
          </a:p>
          <a:p>
            <a:pPr marL="0" indent="0">
              <a:buNone/>
            </a:pPr>
            <a:r>
              <a:rPr lang="en-US" dirty="0" err="1"/>
              <a:t>map_name</a:t>
            </a:r>
            <a:r>
              <a:rPr lang="en-US" dirty="0"/>
              <a:t> = "Map"  # Change to your map name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Get the map and layer</a:t>
            </a:r>
          </a:p>
          <a:p>
            <a:pPr marL="0" indent="0">
              <a:buNone/>
            </a:pPr>
            <a:r>
              <a:rPr lang="en-US" dirty="0"/>
              <a:t>map = </a:t>
            </a:r>
            <a:r>
              <a:rPr lang="en-US" dirty="0" err="1"/>
              <a:t>project.listMaps</a:t>
            </a:r>
            <a:r>
              <a:rPr lang="en-US" dirty="0"/>
              <a:t>(</a:t>
            </a:r>
            <a:r>
              <a:rPr lang="en-US" dirty="0" err="1"/>
              <a:t>map_name</a:t>
            </a:r>
            <a:r>
              <a:rPr lang="en-US" dirty="0"/>
              <a:t>)[0]</a:t>
            </a:r>
          </a:p>
          <a:p>
            <a:pPr marL="0" indent="0">
              <a:buNone/>
            </a:pPr>
            <a:r>
              <a:rPr lang="en-US" dirty="0" err="1"/>
              <a:t>layer_name</a:t>
            </a:r>
            <a:r>
              <a:rPr lang="en-US" dirty="0"/>
              <a:t> = "LANDUSE"  # Change to your layer name</a:t>
            </a:r>
          </a:p>
          <a:p>
            <a:pPr marL="0" indent="0">
              <a:buNone/>
            </a:pPr>
            <a:r>
              <a:rPr lang="en-US" dirty="0" err="1"/>
              <a:t>lyr</a:t>
            </a:r>
            <a:r>
              <a:rPr lang="en-US" dirty="0"/>
              <a:t> = </a:t>
            </a:r>
            <a:r>
              <a:rPr lang="en-US" dirty="0" err="1"/>
              <a:t>map.listLayers</a:t>
            </a:r>
            <a:r>
              <a:rPr lang="en-US" dirty="0"/>
              <a:t>(</a:t>
            </a:r>
            <a:r>
              <a:rPr lang="en-US" dirty="0" err="1"/>
              <a:t>layer_name</a:t>
            </a:r>
            <a:r>
              <a:rPr lang="en-US" dirty="0"/>
              <a:t>)[0]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lufld</a:t>
            </a:r>
            <a:r>
              <a:rPr lang="en-US" dirty="0"/>
              <a:t>= </a:t>
            </a:r>
            <a:r>
              <a:rPr lang="en-US" dirty="0" err="1"/>
              <a:t>get_lufield</a:t>
            </a:r>
            <a:r>
              <a:rPr lang="en-US" dirty="0"/>
              <a:t>(</a:t>
            </a:r>
            <a:r>
              <a:rPr lang="en-US" dirty="0" err="1"/>
              <a:t>lyr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suitfld</a:t>
            </a:r>
            <a:r>
              <a:rPr lang="en-US" dirty="0"/>
              <a:t> = </a:t>
            </a:r>
            <a:r>
              <a:rPr lang="en-US" dirty="0" err="1"/>
              <a:t>get_lusuit</a:t>
            </a:r>
            <a:r>
              <a:rPr lang="en-US" dirty="0"/>
              <a:t>(</a:t>
            </a:r>
            <a:r>
              <a:rPr lang="en-US" dirty="0" err="1"/>
              <a:t>lyr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arcpy.AddMessage</a:t>
            </a:r>
            <a:r>
              <a:rPr lang="en-US" dirty="0"/>
              <a:t>("Proceed to field value change...")</a:t>
            </a:r>
          </a:p>
          <a:p>
            <a:pPr marL="0" indent="0">
              <a:buNone/>
            </a:pPr>
            <a:r>
              <a:rPr lang="en-US" dirty="0" err="1"/>
              <a:t>changefldvalue</a:t>
            </a:r>
            <a:r>
              <a:rPr lang="en-US" dirty="0"/>
              <a:t>(</a:t>
            </a:r>
            <a:r>
              <a:rPr lang="en-US" dirty="0" err="1"/>
              <a:t>lyr</a:t>
            </a:r>
            <a:r>
              <a:rPr lang="en-US" dirty="0"/>
              <a:t>, </a:t>
            </a:r>
            <a:r>
              <a:rPr lang="en-US" dirty="0" err="1"/>
              <a:t>lufld</a:t>
            </a:r>
            <a:r>
              <a:rPr lang="en-US" dirty="0"/>
              <a:t>, </a:t>
            </a:r>
            <a:r>
              <a:rPr lang="en-US" dirty="0" err="1"/>
              <a:t>suitfld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0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EA45-2D33-A687-312B-EA918F80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in polygon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4F6AA-6A51-557A-7462-02C1699DA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889" y="1381688"/>
            <a:ext cx="5729468" cy="572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2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008F-033B-5EA2-5665-0A7626AFA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918"/>
            <a:ext cx="10515600" cy="663808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/>
              <a:t>def </a:t>
            </a:r>
            <a:r>
              <a:rPr lang="en-US" sz="4400" dirty="0" err="1"/>
              <a:t>is_point_in_polygon</a:t>
            </a:r>
            <a:r>
              <a:rPr lang="en-US" sz="4400" dirty="0"/>
              <a:t>(point, polygon):</a:t>
            </a:r>
          </a:p>
          <a:p>
            <a:pPr marL="0" indent="0">
              <a:buNone/>
            </a:pPr>
            <a:r>
              <a:rPr lang="en-US" sz="4400" dirty="0"/>
              <a:t>    """</a:t>
            </a:r>
          </a:p>
          <a:p>
            <a:pPr marL="0" indent="0">
              <a:buNone/>
            </a:pPr>
            <a:r>
              <a:rPr lang="en-US" sz="4400" dirty="0"/>
              <a:t>    Determine if a point is inside a polygon using ray casting.</a:t>
            </a:r>
          </a:p>
          <a:p>
            <a:pPr marL="0" indent="0">
              <a:buNone/>
            </a:pPr>
            <a:r>
              <a:rPr lang="en-US" sz="4400" dirty="0"/>
              <a:t>    </a:t>
            </a:r>
          </a:p>
          <a:p>
            <a:pPr marL="0" indent="0">
              <a:buNone/>
            </a:pPr>
            <a:r>
              <a:rPr lang="en-US" sz="4400" dirty="0"/>
              <a:t>    Parameters:</a:t>
            </a:r>
          </a:p>
          <a:p>
            <a:pPr marL="0" indent="0">
              <a:buNone/>
            </a:pPr>
            <a:r>
              <a:rPr lang="en-US" sz="4400" dirty="0"/>
              <a:t>        point (tuple): (x, y) coordinates of the point.</a:t>
            </a:r>
          </a:p>
          <a:p>
            <a:pPr marL="0" indent="0">
              <a:buNone/>
            </a:pPr>
            <a:r>
              <a:rPr lang="en-US" sz="4400" dirty="0"/>
              <a:t>        polygon (list): List of (x, y) tuples representing polygon vertices.</a:t>
            </a:r>
          </a:p>
          <a:p>
            <a:pPr marL="0" indent="0">
              <a:buNone/>
            </a:pPr>
            <a:r>
              <a:rPr lang="en-US" sz="4400" dirty="0"/>
              <a:t>    </a:t>
            </a:r>
          </a:p>
          <a:p>
            <a:pPr marL="0" indent="0">
              <a:buNone/>
            </a:pPr>
            <a:r>
              <a:rPr lang="en-US" sz="4400" dirty="0"/>
              <a:t>    Returns:</a:t>
            </a:r>
          </a:p>
          <a:p>
            <a:pPr marL="0" indent="0">
              <a:buNone/>
            </a:pPr>
            <a:r>
              <a:rPr lang="en-US" sz="4400" dirty="0"/>
              <a:t>        bool: True if point is inside polygon, False otherwise.</a:t>
            </a:r>
          </a:p>
          <a:p>
            <a:pPr marL="0" indent="0">
              <a:buNone/>
            </a:pPr>
            <a:r>
              <a:rPr lang="en-US" sz="4400" dirty="0"/>
              <a:t>    """</a:t>
            </a:r>
          </a:p>
          <a:p>
            <a:pPr marL="0" indent="0">
              <a:buNone/>
            </a:pPr>
            <a:r>
              <a:rPr lang="en-US" sz="4400" dirty="0"/>
              <a:t>    x, y = point</a:t>
            </a:r>
          </a:p>
          <a:p>
            <a:pPr marL="0" indent="0">
              <a:buNone/>
            </a:pPr>
            <a:r>
              <a:rPr lang="en-US" sz="4400" dirty="0"/>
              <a:t>    inside = False</a:t>
            </a:r>
          </a:p>
          <a:p>
            <a:pPr marL="0" indent="0">
              <a:buNone/>
            </a:pPr>
            <a:r>
              <a:rPr lang="en-US" sz="4400" dirty="0"/>
              <a:t>    n = </a:t>
            </a:r>
            <a:r>
              <a:rPr lang="en-US" sz="4400" dirty="0" err="1"/>
              <a:t>len</a:t>
            </a:r>
            <a:r>
              <a:rPr lang="en-US" sz="4400" dirty="0"/>
              <a:t>(polygon)</a:t>
            </a:r>
          </a:p>
          <a:p>
            <a:pPr marL="0" indent="0">
              <a:buNone/>
            </a:pPr>
            <a:r>
              <a:rPr lang="en-US" sz="4400" dirty="0"/>
              <a:t>    </a:t>
            </a:r>
          </a:p>
          <a:p>
            <a:pPr marL="0" indent="0">
              <a:buNone/>
            </a:pPr>
            <a:r>
              <a:rPr lang="en-US" sz="4400" dirty="0"/>
              <a:t>    for </a:t>
            </a:r>
            <a:r>
              <a:rPr lang="en-US" sz="4400" dirty="0" err="1"/>
              <a:t>i</a:t>
            </a:r>
            <a:r>
              <a:rPr lang="en-US" sz="4400" dirty="0"/>
              <a:t> in range(n):</a:t>
            </a:r>
          </a:p>
          <a:p>
            <a:pPr marL="0" indent="0">
              <a:buNone/>
            </a:pPr>
            <a:r>
              <a:rPr lang="en-US" sz="4400" dirty="0"/>
              <a:t>        x1, y1 = polygon[</a:t>
            </a:r>
            <a:r>
              <a:rPr lang="en-US" sz="4400" dirty="0" err="1"/>
              <a:t>i</a:t>
            </a:r>
            <a:r>
              <a:rPr lang="en-US" sz="4400" dirty="0"/>
              <a:t>]</a:t>
            </a:r>
          </a:p>
          <a:p>
            <a:pPr marL="0" indent="0">
              <a:buNone/>
            </a:pPr>
            <a:r>
              <a:rPr lang="en-US" sz="4400" dirty="0"/>
              <a:t>        x2, y2 = polygon[(</a:t>
            </a:r>
            <a:r>
              <a:rPr lang="en-US" sz="4400" dirty="0" err="1"/>
              <a:t>i</a:t>
            </a:r>
            <a:r>
              <a:rPr lang="en-US" sz="4400" dirty="0"/>
              <a:t> + 1) % n]  # next vertex (wrap around)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</a:p>
          <a:p>
            <a:pPr marL="0" indent="0">
              <a:buNone/>
            </a:pPr>
            <a:r>
              <a:rPr lang="en-US" sz="4400" dirty="0"/>
              <a:t>        # Check if point is between y1 and y2</a:t>
            </a:r>
          </a:p>
          <a:p>
            <a:pPr marL="0" indent="0">
              <a:buNone/>
            </a:pPr>
            <a:r>
              <a:rPr lang="en-US" sz="4400" dirty="0"/>
              <a:t>        if ((y1 &gt; y) != (y2 &gt; y)):</a:t>
            </a:r>
          </a:p>
          <a:p>
            <a:pPr marL="0" indent="0">
              <a:buNone/>
            </a:pPr>
            <a:r>
              <a:rPr lang="en-US" sz="4400" dirty="0"/>
              <a:t>            # Compute x-coordinate of intersection with polygon edge</a:t>
            </a:r>
          </a:p>
          <a:p>
            <a:pPr marL="0" indent="0">
              <a:buNone/>
            </a:pPr>
            <a:r>
              <a:rPr lang="en-US" sz="4400" dirty="0"/>
              <a:t>            </a:t>
            </a:r>
            <a:r>
              <a:rPr lang="en-US" sz="4400" dirty="0" err="1"/>
              <a:t>x_intersect</a:t>
            </a:r>
            <a:r>
              <a:rPr lang="en-US" sz="4400" dirty="0"/>
              <a:t> = (x2 - x1) * (y - y1) / (y2 - y1 + 1e-12) + x1</a:t>
            </a:r>
          </a:p>
          <a:p>
            <a:pPr marL="0" indent="0">
              <a:buNone/>
            </a:pPr>
            <a:r>
              <a:rPr lang="en-US" sz="4400" dirty="0"/>
              <a:t>            if x &lt; </a:t>
            </a:r>
            <a:r>
              <a:rPr lang="en-US" sz="4400" dirty="0" err="1"/>
              <a:t>x_intersect</a:t>
            </a:r>
            <a:r>
              <a:rPr lang="en-US" sz="4400" dirty="0"/>
              <a:t>:</a:t>
            </a:r>
          </a:p>
          <a:p>
            <a:pPr marL="0" indent="0">
              <a:buNone/>
            </a:pPr>
            <a:r>
              <a:rPr lang="en-US" sz="4400" dirty="0"/>
              <a:t>                inside = not inside</a:t>
            </a:r>
          </a:p>
          <a:p>
            <a:pPr marL="0" indent="0">
              <a:buNone/>
            </a:pPr>
            <a:r>
              <a:rPr lang="en-US" sz="4400" dirty="0"/>
              <a:t>    </a:t>
            </a:r>
          </a:p>
          <a:p>
            <a:pPr marL="0" indent="0">
              <a:buNone/>
            </a:pPr>
            <a:r>
              <a:rPr lang="en-US" sz="4400" dirty="0"/>
              <a:t>    return inside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1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966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Arc Python Programming</vt:lpstr>
      <vt:lpstr>Find a layer</vt:lpstr>
      <vt:lpstr>Remove a layer</vt:lpstr>
      <vt:lpstr>Queries in terms of certain conditions</vt:lpstr>
      <vt:lpstr>Cont’d</vt:lpstr>
      <vt:lpstr>Reclassify a field – single factor evaluation</vt:lpstr>
      <vt:lpstr>Cont’d</vt:lpstr>
      <vt:lpstr>Cont’d</vt:lpstr>
      <vt:lpstr>Point in polygon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Huang</dc:creator>
  <cp:lastModifiedBy>Bo Huang</cp:lastModifiedBy>
  <cp:revision>2</cp:revision>
  <dcterms:created xsi:type="dcterms:W3CDTF">2026-02-13T07:03:41Z</dcterms:created>
  <dcterms:modified xsi:type="dcterms:W3CDTF">2026-02-27T09:44:00Z</dcterms:modified>
</cp:coreProperties>
</file>