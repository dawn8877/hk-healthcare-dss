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Huang" userId="1c20e167-743a-4a93-8ee7-824f011a443f" providerId="ADAL" clId="{1C8CD5EC-6BAE-409D-A4DD-BB1F6AD985E8}"/>
    <pc:docChg chg="custSel addSld modSld">
      <pc:chgData name="Bo Huang" userId="1c20e167-743a-4a93-8ee7-824f011a443f" providerId="ADAL" clId="{1C8CD5EC-6BAE-409D-A4DD-BB1F6AD985E8}" dt="2026-02-13T09:48:21.555" v="226"/>
      <pc:docMkLst>
        <pc:docMk/>
      </pc:docMkLst>
      <pc:sldChg chg="modSp mod">
        <pc:chgData name="Bo Huang" userId="1c20e167-743a-4a93-8ee7-824f011a443f" providerId="ADAL" clId="{1C8CD5EC-6BAE-409D-A4DD-BB1F6AD985E8}" dt="2026-02-13T07:26:13.999" v="28" actId="20577"/>
        <pc:sldMkLst>
          <pc:docMk/>
          <pc:sldMk cId="3993345422" sldId="257"/>
        </pc:sldMkLst>
        <pc:spChg chg="mod">
          <ac:chgData name="Bo Huang" userId="1c20e167-743a-4a93-8ee7-824f011a443f" providerId="ADAL" clId="{1C8CD5EC-6BAE-409D-A4DD-BB1F6AD985E8}" dt="2026-02-13T07:26:01.599" v="16" actId="20577"/>
          <ac:spMkLst>
            <pc:docMk/>
            <pc:sldMk cId="3993345422" sldId="257"/>
            <ac:spMk id="2" creationId="{2F2CF023-3E9C-9A5F-DD95-BC42DF7D4116}"/>
          </ac:spMkLst>
        </pc:spChg>
        <pc:spChg chg="mod">
          <ac:chgData name="Bo Huang" userId="1c20e167-743a-4a93-8ee7-824f011a443f" providerId="ADAL" clId="{1C8CD5EC-6BAE-409D-A4DD-BB1F6AD985E8}" dt="2026-02-13T07:26:13.999" v="28" actId="20577"/>
          <ac:spMkLst>
            <pc:docMk/>
            <pc:sldMk cId="3993345422" sldId="257"/>
            <ac:spMk id="3" creationId="{EB3C5D19-ED3A-7ADE-DB5C-DB7CB144004F}"/>
          </ac:spMkLst>
        </pc:spChg>
      </pc:sldChg>
      <pc:sldChg chg="modSp mod">
        <pc:chgData name="Bo Huang" userId="1c20e167-743a-4a93-8ee7-824f011a443f" providerId="ADAL" clId="{1C8CD5EC-6BAE-409D-A4DD-BB1F6AD985E8}" dt="2026-02-13T07:26:24.193" v="36" actId="20577"/>
        <pc:sldMkLst>
          <pc:docMk/>
          <pc:sldMk cId="3364483561" sldId="258"/>
        </pc:sldMkLst>
        <pc:spChg chg="mod">
          <ac:chgData name="Bo Huang" userId="1c20e167-743a-4a93-8ee7-824f011a443f" providerId="ADAL" clId="{1C8CD5EC-6BAE-409D-A4DD-BB1F6AD985E8}" dt="2026-02-13T07:26:24.193" v="36" actId="20577"/>
          <ac:spMkLst>
            <pc:docMk/>
            <pc:sldMk cId="3364483561" sldId="258"/>
            <ac:spMk id="2" creationId="{C39013F2-51C7-6E47-ECCC-CEAE2D09E258}"/>
          </ac:spMkLst>
        </pc:spChg>
      </pc:sldChg>
      <pc:sldChg chg="modSp new mod">
        <pc:chgData name="Bo Huang" userId="1c20e167-743a-4a93-8ee7-824f011a443f" providerId="ADAL" clId="{1C8CD5EC-6BAE-409D-A4DD-BB1F6AD985E8}" dt="2026-02-13T07:26:34.349" v="48" actId="27636"/>
        <pc:sldMkLst>
          <pc:docMk/>
          <pc:sldMk cId="2889980793" sldId="259"/>
        </pc:sldMkLst>
        <pc:spChg chg="mod">
          <ac:chgData name="Bo Huang" userId="1c20e167-743a-4a93-8ee7-824f011a443f" providerId="ADAL" clId="{1C8CD5EC-6BAE-409D-A4DD-BB1F6AD985E8}" dt="2026-02-13T07:26:30.870" v="46" actId="20577"/>
          <ac:spMkLst>
            <pc:docMk/>
            <pc:sldMk cId="2889980793" sldId="259"/>
            <ac:spMk id="2" creationId="{45DE51D5-1ABA-009F-1838-F9F31B4C857B}"/>
          </ac:spMkLst>
        </pc:spChg>
        <pc:spChg chg="mod">
          <ac:chgData name="Bo Huang" userId="1c20e167-743a-4a93-8ee7-824f011a443f" providerId="ADAL" clId="{1C8CD5EC-6BAE-409D-A4DD-BB1F6AD985E8}" dt="2026-02-13T07:26:34.349" v="48" actId="27636"/>
          <ac:spMkLst>
            <pc:docMk/>
            <pc:sldMk cId="2889980793" sldId="259"/>
            <ac:spMk id="3" creationId="{3F3DB065-FA72-EC76-8E08-F5F74965C464}"/>
          </ac:spMkLst>
        </pc:spChg>
      </pc:sldChg>
      <pc:sldChg chg="modSp new mod">
        <pc:chgData name="Bo Huang" userId="1c20e167-743a-4a93-8ee7-824f011a443f" providerId="ADAL" clId="{1C8CD5EC-6BAE-409D-A4DD-BB1F6AD985E8}" dt="2026-02-13T07:40:09.602" v="75" actId="27636"/>
        <pc:sldMkLst>
          <pc:docMk/>
          <pc:sldMk cId="2417316631" sldId="260"/>
        </pc:sldMkLst>
        <pc:spChg chg="mod">
          <ac:chgData name="Bo Huang" userId="1c20e167-743a-4a93-8ee7-824f011a443f" providerId="ADAL" clId="{1C8CD5EC-6BAE-409D-A4DD-BB1F6AD985E8}" dt="2026-02-13T07:27:01.797" v="73" actId="20577"/>
          <ac:spMkLst>
            <pc:docMk/>
            <pc:sldMk cId="2417316631" sldId="260"/>
            <ac:spMk id="2" creationId="{F73D05A8-7D23-4D8F-5AAF-7E47BA2BCDEB}"/>
          </ac:spMkLst>
        </pc:spChg>
        <pc:spChg chg="mod">
          <ac:chgData name="Bo Huang" userId="1c20e167-743a-4a93-8ee7-824f011a443f" providerId="ADAL" clId="{1C8CD5EC-6BAE-409D-A4DD-BB1F6AD985E8}" dt="2026-02-13T07:40:09.602" v="75" actId="27636"/>
          <ac:spMkLst>
            <pc:docMk/>
            <pc:sldMk cId="2417316631" sldId="260"/>
            <ac:spMk id="3" creationId="{2BF60D0E-D1D4-0AE1-6E49-02CBC99F0A98}"/>
          </ac:spMkLst>
        </pc:spChg>
      </pc:sldChg>
      <pc:sldChg chg="addSp delSp modSp new mod">
        <pc:chgData name="Bo Huang" userId="1c20e167-743a-4a93-8ee7-824f011a443f" providerId="ADAL" clId="{1C8CD5EC-6BAE-409D-A4DD-BB1F6AD985E8}" dt="2026-02-13T07:52:12.230" v="101" actId="1076"/>
        <pc:sldMkLst>
          <pc:docMk/>
          <pc:sldMk cId="3757052493" sldId="261"/>
        </pc:sldMkLst>
        <pc:spChg chg="mod">
          <ac:chgData name="Bo Huang" userId="1c20e167-743a-4a93-8ee7-824f011a443f" providerId="ADAL" clId="{1C8CD5EC-6BAE-409D-A4DD-BB1F6AD985E8}" dt="2026-02-13T07:50:21.915" v="94" actId="20577"/>
          <ac:spMkLst>
            <pc:docMk/>
            <pc:sldMk cId="3757052493" sldId="261"/>
            <ac:spMk id="2" creationId="{0C2EA732-469B-40DE-0936-592465022114}"/>
          </ac:spMkLst>
        </pc:spChg>
        <pc:spChg chg="del">
          <ac:chgData name="Bo Huang" userId="1c20e167-743a-4a93-8ee7-824f011a443f" providerId="ADAL" clId="{1C8CD5EC-6BAE-409D-A4DD-BB1F6AD985E8}" dt="2026-02-13T07:51:32.790" v="95" actId="22"/>
          <ac:spMkLst>
            <pc:docMk/>
            <pc:sldMk cId="3757052493" sldId="261"/>
            <ac:spMk id="3" creationId="{7F4E7508-900F-79CA-7C45-01B1A1C3BBC0}"/>
          </ac:spMkLst>
        </pc:spChg>
        <pc:picChg chg="add mod ord">
          <ac:chgData name="Bo Huang" userId="1c20e167-743a-4a93-8ee7-824f011a443f" providerId="ADAL" clId="{1C8CD5EC-6BAE-409D-A4DD-BB1F6AD985E8}" dt="2026-02-13T07:51:44.038" v="98" actId="1076"/>
          <ac:picMkLst>
            <pc:docMk/>
            <pc:sldMk cId="3757052493" sldId="261"/>
            <ac:picMk id="5" creationId="{6B94DD6E-8F52-7B3B-B2BD-D8C6D9F01C1A}"/>
          </ac:picMkLst>
        </pc:picChg>
        <pc:picChg chg="add mod">
          <ac:chgData name="Bo Huang" userId="1c20e167-743a-4a93-8ee7-824f011a443f" providerId="ADAL" clId="{1C8CD5EC-6BAE-409D-A4DD-BB1F6AD985E8}" dt="2026-02-13T07:52:12.230" v="101" actId="1076"/>
          <ac:picMkLst>
            <pc:docMk/>
            <pc:sldMk cId="3757052493" sldId="261"/>
            <ac:picMk id="7" creationId="{5ED446DB-2211-03F9-1170-691CE14B0BEC}"/>
          </ac:picMkLst>
        </pc:picChg>
      </pc:sldChg>
      <pc:sldChg chg="modSp new mod">
        <pc:chgData name="Bo Huang" userId="1c20e167-743a-4a93-8ee7-824f011a443f" providerId="ADAL" clId="{1C8CD5EC-6BAE-409D-A4DD-BB1F6AD985E8}" dt="2026-02-13T08:08:18.085" v="112" actId="27636"/>
        <pc:sldMkLst>
          <pc:docMk/>
          <pc:sldMk cId="1925293367" sldId="262"/>
        </pc:sldMkLst>
        <pc:spChg chg="mod">
          <ac:chgData name="Bo Huang" userId="1c20e167-743a-4a93-8ee7-824f011a443f" providerId="ADAL" clId="{1C8CD5EC-6BAE-409D-A4DD-BB1F6AD985E8}" dt="2026-02-13T08:08:07.054" v="106" actId="20577"/>
          <ac:spMkLst>
            <pc:docMk/>
            <pc:sldMk cId="1925293367" sldId="262"/>
            <ac:spMk id="2" creationId="{1ADF84CD-7AD8-477E-0EAC-B99CC5809B2D}"/>
          </ac:spMkLst>
        </pc:spChg>
        <pc:spChg chg="mod">
          <ac:chgData name="Bo Huang" userId="1c20e167-743a-4a93-8ee7-824f011a443f" providerId="ADAL" clId="{1C8CD5EC-6BAE-409D-A4DD-BB1F6AD985E8}" dt="2026-02-13T08:08:18.085" v="112" actId="27636"/>
          <ac:spMkLst>
            <pc:docMk/>
            <pc:sldMk cId="1925293367" sldId="262"/>
            <ac:spMk id="3" creationId="{918AF9BA-E38F-6C57-AF84-A76197F6163A}"/>
          </ac:spMkLst>
        </pc:spChg>
      </pc:sldChg>
      <pc:sldChg chg="modSp new mod">
        <pc:chgData name="Bo Huang" userId="1c20e167-743a-4a93-8ee7-824f011a443f" providerId="ADAL" clId="{1C8CD5EC-6BAE-409D-A4DD-BB1F6AD985E8}" dt="2026-02-13T08:18:35.037" v="166" actId="27636"/>
        <pc:sldMkLst>
          <pc:docMk/>
          <pc:sldMk cId="2276313362" sldId="263"/>
        </pc:sldMkLst>
        <pc:spChg chg="mod">
          <ac:chgData name="Bo Huang" userId="1c20e167-743a-4a93-8ee7-824f011a443f" providerId="ADAL" clId="{1C8CD5EC-6BAE-409D-A4DD-BB1F6AD985E8}" dt="2026-02-13T08:18:07.231" v="156" actId="27636"/>
          <ac:spMkLst>
            <pc:docMk/>
            <pc:sldMk cId="2276313362" sldId="263"/>
            <ac:spMk id="2" creationId="{733BBD1C-5830-25B6-A476-F07F4B22D01D}"/>
          </ac:spMkLst>
        </pc:spChg>
        <pc:spChg chg="mod">
          <ac:chgData name="Bo Huang" userId="1c20e167-743a-4a93-8ee7-824f011a443f" providerId="ADAL" clId="{1C8CD5EC-6BAE-409D-A4DD-BB1F6AD985E8}" dt="2026-02-13T08:18:35.037" v="166" actId="27636"/>
          <ac:spMkLst>
            <pc:docMk/>
            <pc:sldMk cId="2276313362" sldId="263"/>
            <ac:spMk id="3" creationId="{7ECF1025-A65A-7FEE-9EA8-367210B5B1B8}"/>
          </ac:spMkLst>
        </pc:spChg>
      </pc:sldChg>
      <pc:sldChg chg="addSp new mod">
        <pc:chgData name="Bo Huang" userId="1c20e167-743a-4a93-8ee7-824f011a443f" providerId="ADAL" clId="{1C8CD5EC-6BAE-409D-A4DD-BB1F6AD985E8}" dt="2026-02-13T09:19:16.079" v="168" actId="22"/>
        <pc:sldMkLst>
          <pc:docMk/>
          <pc:sldMk cId="2783225998" sldId="264"/>
        </pc:sldMkLst>
        <pc:picChg chg="add">
          <ac:chgData name="Bo Huang" userId="1c20e167-743a-4a93-8ee7-824f011a443f" providerId="ADAL" clId="{1C8CD5EC-6BAE-409D-A4DD-BB1F6AD985E8}" dt="2026-02-13T09:19:16.079" v="168" actId="22"/>
          <ac:picMkLst>
            <pc:docMk/>
            <pc:sldMk cId="2783225998" sldId="264"/>
            <ac:picMk id="5" creationId="{B68B5EB0-B5C5-951A-4AF9-0C4783A18329}"/>
          </ac:picMkLst>
        </pc:picChg>
      </pc:sldChg>
      <pc:sldChg chg="modSp new mod">
        <pc:chgData name="Bo Huang" userId="1c20e167-743a-4a93-8ee7-824f011a443f" providerId="ADAL" clId="{1C8CD5EC-6BAE-409D-A4DD-BB1F6AD985E8}" dt="2026-02-13T09:42:45.920" v="195" actId="27636"/>
        <pc:sldMkLst>
          <pc:docMk/>
          <pc:sldMk cId="3943982713" sldId="265"/>
        </pc:sldMkLst>
        <pc:spChg chg="mod">
          <ac:chgData name="Bo Huang" userId="1c20e167-743a-4a93-8ee7-824f011a443f" providerId="ADAL" clId="{1C8CD5EC-6BAE-409D-A4DD-BB1F6AD985E8}" dt="2026-02-13T09:41:54.200" v="183" actId="20577"/>
          <ac:spMkLst>
            <pc:docMk/>
            <pc:sldMk cId="3943982713" sldId="265"/>
            <ac:spMk id="2" creationId="{F783ED77-A4A2-65B4-AB29-02CD5F695621}"/>
          </ac:spMkLst>
        </pc:spChg>
        <pc:spChg chg="mod">
          <ac:chgData name="Bo Huang" userId="1c20e167-743a-4a93-8ee7-824f011a443f" providerId="ADAL" clId="{1C8CD5EC-6BAE-409D-A4DD-BB1F6AD985E8}" dt="2026-02-13T09:42:45.920" v="195" actId="27636"/>
          <ac:spMkLst>
            <pc:docMk/>
            <pc:sldMk cId="3943982713" sldId="265"/>
            <ac:spMk id="3" creationId="{D1502F9E-F6B4-CFD2-03D9-8C558841C28E}"/>
          </ac:spMkLst>
        </pc:spChg>
      </pc:sldChg>
      <pc:sldChg chg="addSp delSp modSp new mod">
        <pc:chgData name="Bo Huang" userId="1c20e167-743a-4a93-8ee7-824f011a443f" providerId="ADAL" clId="{1C8CD5EC-6BAE-409D-A4DD-BB1F6AD985E8}" dt="2026-02-13T09:46:06.650" v="211"/>
        <pc:sldMkLst>
          <pc:docMk/>
          <pc:sldMk cId="2076701671" sldId="266"/>
        </pc:sldMkLst>
        <pc:spChg chg="mod">
          <ac:chgData name="Bo Huang" userId="1c20e167-743a-4a93-8ee7-824f011a443f" providerId="ADAL" clId="{1C8CD5EC-6BAE-409D-A4DD-BB1F6AD985E8}" dt="2026-02-13T09:45:29.421" v="210" actId="20577"/>
          <ac:spMkLst>
            <pc:docMk/>
            <pc:sldMk cId="2076701671" sldId="266"/>
            <ac:spMk id="2" creationId="{5D7E29F0-6C15-5093-5E23-0067F2350123}"/>
          </ac:spMkLst>
        </pc:spChg>
        <pc:spChg chg="del">
          <ac:chgData name="Bo Huang" userId="1c20e167-743a-4a93-8ee7-824f011a443f" providerId="ADAL" clId="{1C8CD5EC-6BAE-409D-A4DD-BB1F6AD985E8}" dt="2026-02-13T09:46:06.650" v="211"/>
          <ac:spMkLst>
            <pc:docMk/>
            <pc:sldMk cId="2076701671" sldId="266"/>
            <ac:spMk id="3" creationId="{A6804007-40BC-6330-941C-CAD62F10B722}"/>
          </ac:spMkLst>
        </pc:spChg>
        <pc:spChg chg="add mod">
          <ac:chgData name="Bo Huang" userId="1c20e167-743a-4a93-8ee7-824f011a443f" providerId="ADAL" clId="{1C8CD5EC-6BAE-409D-A4DD-BB1F6AD985E8}" dt="2026-02-13T09:46:06.650" v="211"/>
          <ac:spMkLst>
            <pc:docMk/>
            <pc:sldMk cId="2076701671" sldId="266"/>
            <ac:spMk id="4" creationId="{0C9B123A-E1DF-6AE1-37F8-8001A77634A4}"/>
          </ac:spMkLst>
        </pc:spChg>
      </pc:sldChg>
      <pc:sldChg chg="addSp delSp modSp new mod">
        <pc:chgData name="Bo Huang" userId="1c20e167-743a-4a93-8ee7-824f011a443f" providerId="ADAL" clId="{1C8CD5EC-6BAE-409D-A4DD-BB1F6AD985E8}" dt="2026-02-13T09:48:21.555" v="226"/>
        <pc:sldMkLst>
          <pc:docMk/>
          <pc:sldMk cId="1670733605" sldId="267"/>
        </pc:sldMkLst>
        <pc:spChg chg="mod">
          <ac:chgData name="Bo Huang" userId="1c20e167-743a-4a93-8ee7-824f011a443f" providerId="ADAL" clId="{1C8CD5EC-6BAE-409D-A4DD-BB1F6AD985E8}" dt="2026-02-13T09:47:54.005" v="225" actId="20577"/>
          <ac:spMkLst>
            <pc:docMk/>
            <pc:sldMk cId="1670733605" sldId="267"/>
            <ac:spMk id="2" creationId="{5652186B-8329-1856-CBA5-8F96F7634D43}"/>
          </ac:spMkLst>
        </pc:spChg>
        <pc:spChg chg="del">
          <ac:chgData name="Bo Huang" userId="1c20e167-743a-4a93-8ee7-824f011a443f" providerId="ADAL" clId="{1C8CD5EC-6BAE-409D-A4DD-BB1F6AD985E8}" dt="2026-02-13T09:48:21.555" v="226"/>
          <ac:spMkLst>
            <pc:docMk/>
            <pc:sldMk cId="1670733605" sldId="267"/>
            <ac:spMk id="3" creationId="{9EE43111-2EBD-991F-4A0D-368953CC31F3}"/>
          </ac:spMkLst>
        </pc:spChg>
        <pc:spChg chg="add mod">
          <ac:chgData name="Bo Huang" userId="1c20e167-743a-4a93-8ee7-824f011a443f" providerId="ADAL" clId="{1C8CD5EC-6BAE-409D-A4DD-BB1F6AD985E8}" dt="2026-02-13T09:48:21.555" v="226"/>
          <ac:spMkLst>
            <pc:docMk/>
            <pc:sldMk cId="1670733605" sldId="267"/>
            <ac:spMk id="4" creationId="{5C0A26FE-065F-F84A-B3FE-0976FDFD0B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31794-8018-1718-C3FC-14CFBAA64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E18D1-1023-161E-7A4D-5EBDDAE7A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2335E-142B-1E2C-DBF7-B2856AA9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B9025-B242-C298-AA4C-FBA88245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3FB06-4CC5-4994-CA09-0A2D5BC2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3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71F2-B7A4-77D6-C55C-5C804AAD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D90F7-BE98-D159-6D2E-1B897A911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B30A3-2FFB-301E-327C-0AE76008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B73FC-9C78-73B6-CA5F-0769D21F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222C4-1ADC-EEA2-BACE-85BDFF97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9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C97E-B5D7-E9F5-7D05-6AB25AC39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6F959-DE80-7B7F-26AF-F3C96ED86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ADEB3-3D25-686E-1BB3-281628F5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5FA11-7F5B-0244-0897-CF4A8F1E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7C67C-C355-A1CE-6680-498C88DA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8ACF-6556-4DE4-16C7-36B92A2B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72DD9-2877-FEB8-3003-A5A04B4F3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7EDE7-894A-5183-A662-C79B6457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AB431-7C02-B6D9-F085-AE16D98D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AB90C-CCD6-0655-7428-A9060E66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D0CB1-89B5-EF87-82F1-699AEFF2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9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A5A9-2B39-A4EA-D1C5-EE7DBAE65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56188-8755-34A2-697A-604E8A6BE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DAF42-2FD2-F395-7177-9790BEFFA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EC4D3-A5E6-6540-BAA5-E4E2579EF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73F26F-0712-D444-E90A-27BCC7B00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E87A70-3C7C-E531-468D-AB50EF3B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C0B47-4EDB-6FAC-1B28-C6BA4536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EDDBA-B268-2DA8-8F69-ED7B14BF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7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A796B-8453-22C8-279F-2BBC6489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D5F81C-11C2-9D76-E1CB-8A1B0261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91F281-E0FE-8E4D-1FD5-1F1449D6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56AC0-5276-157D-A4DB-D41F2F59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1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26422-0544-4F58-7C36-79B697254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61279-BDFE-C42A-2F0B-6DA18921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7045E-CCEC-DE05-5855-3C0DC8FC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6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5885-B777-9AC3-F9A4-551ACEDD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A70BE-244B-B066-4B6D-DA0733231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99DAA-9F80-05CE-FD38-A456CD514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65C4E-B90F-819B-4492-03CE123B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22B0D-0307-C5FD-A6B2-D4A1BC79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E3981-CF76-477A-A7C6-1F5D2DB5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0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B8F8-529C-80FE-E28E-ACC56D4C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E30699-518C-B986-70EE-09AB486B3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20079-0582-86A5-8C47-694A8EAE2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9ED8A-3F30-487F-5B36-B206205F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C5C2A-1A3D-D028-86BE-AAE388A7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1DB32-B381-D65D-324D-EB51E04A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00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417F-B4F3-6A27-0833-CB4C4E71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28EAF-6E75-2222-48AF-B3F7B73DE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1BB2-F809-E97D-3F8F-5518DAE5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9E943-A466-BE20-6784-D1AD2EAF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3B11F-13B8-BDAE-BD80-2588FF93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9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4234A-2C01-7324-A427-73EABD2DDA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91444-3D95-0596-D12C-FEB3637D3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6981D-7F7F-AE72-15AF-B005BA65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0764-62FD-637D-414D-D79FAABC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552CA-18DE-339A-C346-21DF37D9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1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7A226-9F45-C926-CEAD-49F4852E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8334D-3A67-6DF3-4107-C7C9FE674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7C8ED-B37E-E8F0-4554-23BB0B167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59961-94FA-4346-8898-D1C20B0D709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B5F60-E4CE-9252-3D8E-ED3CAC5DF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40F67-38CB-801A-3C94-1BC20B0F9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6033D-9A80-4B0A-BB65-56263936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8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BA1E-9CDA-0F5D-CC2A-14CFE8B1B8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Practice of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98A94-F962-F2C1-6A26-640519150C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1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F023-3E9C-9A5F-DD95-BC42DF7D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a password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C5D19-ED3A-7ADE-DB5C-DB7CB1440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 a correct password for less than 5 times</a:t>
            </a:r>
          </a:p>
        </p:txBody>
      </p:sp>
    </p:spTree>
    <p:extLst>
      <p:ext uri="{BB962C8B-B14F-4D97-AF65-F5344CB8AC3E}">
        <p14:creationId xmlns:p14="http://schemas.microsoft.com/office/powerpoint/2010/main" val="399334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13F2-51C7-6E47-ECCC-CEAE2D09E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A8FDF-6F5F-5634-7F38-2853BC626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success = False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range(1,6):</a:t>
            </a:r>
          </a:p>
          <a:p>
            <a:r>
              <a:rPr lang="en-US" dirty="0"/>
              <a:t>    </a:t>
            </a:r>
            <a:r>
              <a:rPr lang="en-US" dirty="0" err="1"/>
              <a:t>pwd</a:t>
            </a:r>
            <a:r>
              <a:rPr lang="en-US" dirty="0"/>
              <a:t> = input("Enter your password: ")</a:t>
            </a:r>
          </a:p>
          <a:p>
            <a:r>
              <a:rPr lang="en-US" dirty="0"/>
              <a:t>    if </a:t>
            </a:r>
            <a:r>
              <a:rPr lang="en-US" dirty="0" err="1"/>
              <a:t>pwd.upper</a:t>
            </a:r>
            <a:r>
              <a:rPr lang="en-US" dirty="0"/>
              <a:t>() == "SF2026":</a:t>
            </a:r>
          </a:p>
          <a:p>
            <a:r>
              <a:rPr lang="en-US" dirty="0"/>
              <a:t>        success = True</a:t>
            </a:r>
          </a:p>
          <a:p>
            <a:r>
              <a:rPr lang="en-US" dirty="0"/>
              <a:t>        print ("Congratulations and you can proceed further")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if not success:</a:t>
            </a:r>
          </a:p>
          <a:p>
            <a:r>
              <a:rPr lang="en-US" dirty="0"/>
              <a:t>    print("Your </a:t>
            </a:r>
            <a:r>
              <a:rPr lang="en-US" dirty="0" err="1"/>
              <a:t>pwd</a:t>
            </a:r>
            <a:r>
              <a:rPr lang="en-US" dirty="0"/>
              <a:t> is incorrect. You cannot enter any more")</a:t>
            </a:r>
          </a:p>
          <a:p>
            <a:r>
              <a:rPr lang="en-US" dirty="0"/>
              <a:t>    print ("Wait for 5 mins and you can enter again!")</a:t>
            </a:r>
          </a:p>
        </p:txBody>
      </p:sp>
    </p:spTree>
    <p:extLst>
      <p:ext uri="{BB962C8B-B14F-4D97-AF65-F5344CB8AC3E}">
        <p14:creationId xmlns:p14="http://schemas.microsoft.com/office/powerpoint/2010/main" val="336448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51D5-1ABA-009F-1838-F9F31B4C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B065-FA72-EC76-8E08-F5F74965C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success = False</a:t>
            </a:r>
          </a:p>
          <a:p>
            <a:r>
              <a:rPr lang="en-US" dirty="0" err="1"/>
              <a:t>pwd</a:t>
            </a:r>
            <a:r>
              <a:rPr lang="en-US" dirty="0"/>
              <a:t> = input("Enter your password: ")</a:t>
            </a:r>
          </a:p>
          <a:p>
            <a:r>
              <a:rPr lang="en-US" dirty="0"/>
              <a:t>while (</a:t>
            </a:r>
            <a:r>
              <a:rPr lang="en-US" dirty="0" err="1"/>
              <a:t>pwd.upper</a:t>
            </a:r>
            <a:r>
              <a:rPr lang="en-US" dirty="0"/>
              <a:t>() != "SF2026"):</a:t>
            </a:r>
          </a:p>
          <a:p>
            <a:r>
              <a:rPr lang="en-US" dirty="0"/>
              <a:t>    </a:t>
            </a:r>
            <a:r>
              <a:rPr lang="en-US" dirty="0" err="1"/>
              <a:t>pwd</a:t>
            </a:r>
            <a:r>
              <a:rPr lang="en-US" dirty="0"/>
              <a:t> = input("Enter your password: ")</a:t>
            </a:r>
          </a:p>
          <a:p>
            <a:r>
              <a:rPr lang="en-US" dirty="0"/>
              <a:t>    if </a:t>
            </a:r>
            <a:r>
              <a:rPr lang="en-US" dirty="0" err="1"/>
              <a:t>pwd.upper</a:t>
            </a:r>
            <a:r>
              <a:rPr lang="en-US" dirty="0"/>
              <a:t>() == "SF2026":</a:t>
            </a:r>
          </a:p>
          <a:p>
            <a:r>
              <a:rPr lang="en-US" dirty="0"/>
              <a:t>        print ("Congratulations and you can proceed further")</a:t>
            </a:r>
          </a:p>
          <a:p>
            <a:r>
              <a:rPr lang="en-US" dirty="0"/>
              <a:t>        success = True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if not success:</a:t>
            </a:r>
          </a:p>
          <a:p>
            <a:r>
              <a:rPr lang="en-US" dirty="0"/>
              <a:t>    print("Your </a:t>
            </a:r>
            <a:r>
              <a:rPr lang="en-US" dirty="0" err="1"/>
              <a:t>pwd</a:t>
            </a:r>
            <a:r>
              <a:rPr lang="en-US" dirty="0"/>
              <a:t> is incorrect. You cannot enter any more")</a:t>
            </a:r>
          </a:p>
          <a:p>
            <a:r>
              <a:rPr lang="en-US" dirty="0"/>
              <a:t>    print ("Wait for 5 mins and you can enter again!")</a:t>
            </a:r>
          </a:p>
        </p:txBody>
      </p:sp>
    </p:spTree>
    <p:extLst>
      <p:ext uri="{BB962C8B-B14F-4D97-AF65-F5344CB8AC3E}">
        <p14:creationId xmlns:p14="http://schemas.microsoft.com/office/powerpoint/2010/main" val="2889980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05A8-7D23-4D8F-5AAF-7E47BA2B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+ &lt;= 5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0D0E-D1D4-0AE1-6E49-02CBC99F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err="1"/>
              <a:t>max_times</a:t>
            </a:r>
            <a:r>
              <a:rPr lang="en-US" dirty="0"/>
              <a:t> = 5</a:t>
            </a:r>
          </a:p>
          <a:p>
            <a:r>
              <a:rPr lang="en-US" dirty="0"/>
              <a:t>Target = "SF2026"</a:t>
            </a:r>
          </a:p>
          <a:p>
            <a:r>
              <a:rPr lang="en-US" dirty="0" err="1"/>
              <a:t>pwd</a:t>
            </a:r>
            <a:r>
              <a:rPr lang="en-US" dirty="0"/>
              <a:t> = input("Enter your password: ")</a:t>
            </a:r>
          </a:p>
          <a:p>
            <a:r>
              <a:rPr lang="en-US" dirty="0"/>
              <a:t>success = False</a:t>
            </a:r>
          </a:p>
          <a:p>
            <a:r>
              <a:rPr lang="en-US" dirty="0"/>
              <a:t>count = 1</a:t>
            </a:r>
          </a:p>
          <a:p>
            <a:r>
              <a:rPr lang="en-US" dirty="0"/>
              <a:t>while ((</a:t>
            </a:r>
            <a:r>
              <a:rPr lang="en-US" dirty="0" err="1"/>
              <a:t>pwd.upper</a:t>
            </a:r>
            <a:r>
              <a:rPr lang="en-US" dirty="0"/>
              <a:t>() != "SF2026") &amp; (count &lt; 5)):</a:t>
            </a:r>
          </a:p>
          <a:p>
            <a:r>
              <a:rPr lang="en-US" dirty="0"/>
              <a:t>    count = count + 1</a:t>
            </a:r>
          </a:p>
          <a:p>
            <a:r>
              <a:rPr lang="en-US" dirty="0"/>
              <a:t>    </a:t>
            </a:r>
            <a:r>
              <a:rPr lang="en-US" dirty="0" err="1"/>
              <a:t>pwd</a:t>
            </a:r>
            <a:r>
              <a:rPr lang="en-US" dirty="0"/>
              <a:t> = input("Enter your password: ")</a:t>
            </a:r>
          </a:p>
          <a:p>
            <a:r>
              <a:rPr lang="en-US" dirty="0"/>
              <a:t>    if </a:t>
            </a:r>
            <a:r>
              <a:rPr lang="en-US" dirty="0" err="1"/>
              <a:t>pwd.upper</a:t>
            </a:r>
            <a:r>
              <a:rPr lang="en-US" dirty="0"/>
              <a:t>() == "SF2026":</a:t>
            </a:r>
          </a:p>
          <a:p>
            <a:r>
              <a:rPr lang="en-US" dirty="0"/>
              <a:t>        print ("Congratulations and you can proceed further")</a:t>
            </a:r>
          </a:p>
          <a:p>
            <a:r>
              <a:rPr lang="en-US" dirty="0"/>
              <a:t>        success = True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if not success:</a:t>
            </a:r>
          </a:p>
          <a:p>
            <a:r>
              <a:rPr lang="en-US" dirty="0"/>
              <a:t>    print("you have entered: ", count, "times and your </a:t>
            </a:r>
            <a:r>
              <a:rPr lang="en-US" dirty="0" err="1"/>
              <a:t>pwd</a:t>
            </a:r>
            <a:r>
              <a:rPr lang="en-US" dirty="0"/>
              <a:t> is incorrect. You cannot enter any more")</a:t>
            </a:r>
          </a:p>
          <a:p>
            <a:r>
              <a:rPr lang="en-US" dirty="0"/>
              <a:t>    print ("Wait for 5 mins and you can enter again!")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7316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A732-469B-40DE-0936-59246502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equation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94DD6E-8F52-7B3B-B2BD-D8C6D9F01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9092" y="2153538"/>
            <a:ext cx="3760567" cy="1006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D446DB-2211-03F9-1170-691CE14B0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420" y="3429000"/>
            <a:ext cx="3090935" cy="100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5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84CD-7AD8-477E-0EAC-B99CC580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AF9BA-E38F-6C57-AF84-A76197F61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376218"/>
            <a:ext cx="10972800" cy="5481782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import math</a:t>
            </a:r>
          </a:p>
          <a:p>
            <a:endParaRPr lang="en-US" dirty="0"/>
          </a:p>
          <a:p>
            <a:r>
              <a:rPr lang="en-US" dirty="0"/>
              <a:t>a = float(input("a=: "))</a:t>
            </a:r>
          </a:p>
          <a:p>
            <a:r>
              <a:rPr lang="en-US" dirty="0"/>
              <a:t>b = float(input("b=: "))</a:t>
            </a:r>
          </a:p>
          <a:p>
            <a:r>
              <a:rPr lang="en-US" dirty="0"/>
              <a:t>c = float(input("c=: "))</a:t>
            </a:r>
          </a:p>
          <a:p>
            <a:endParaRPr lang="en-US" dirty="0"/>
          </a:p>
          <a:p>
            <a:r>
              <a:rPr lang="en-US" dirty="0"/>
              <a:t>while (a == 0):</a:t>
            </a:r>
          </a:p>
          <a:p>
            <a:r>
              <a:rPr lang="en-US" dirty="0"/>
              <a:t>    print ("a cannot be zero!")</a:t>
            </a:r>
          </a:p>
          <a:p>
            <a:r>
              <a:rPr lang="en-US" dirty="0"/>
              <a:t>    a = float(input("a=: "))</a:t>
            </a:r>
          </a:p>
          <a:p>
            <a:endParaRPr lang="en-US" dirty="0"/>
          </a:p>
          <a:p>
            <a:r>
              <a:rPr lang="en-US" dirty="0"/>
              <a:t>while (b*b-4*a*c)&lt;0:</a:t>
            </a:r>
          </a:p>
          <a:p>
            <a:r>
              <a:rPr lang="en-US" dirty="0"/>
              <a:t>    print ("b2-4ac cannot be &lt;=0")</a:t>
            </a:r>
          </a:p>
          <a:p>
            <a:r>
              <a:rPr lang="en-US" dirty="0"/>
              <a:t>    b = float(input("b=: "))</a:t>
            </a:r>
          </a:p>
          <a:p>
            <a:r>
              <a:rPr lang="en-US" dirty="0"/>
              <a:t>    c = float(input("c=: "))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print (a, b, c, "a, b, and c are input correctly!")</a:t>
            </a:r>
          </a:p>
          <a:p>
            <a:r>
              <a:rPr lang="en-US" dirty="0"/>
              <a:t>x1 = (-</a:t>
            </a:r>
            <a:r>
              <a:rPr lang="en-US" dirty="0" err="1"/>
              <a:t>b+math.sqrt</a:t>
            </a:r>
            <a:r>
              <a:rPr lang="en-US" dirty="0"/>
              <a:t>(b*b-4*a*c))/(2*a)</a:t>
            </a:r>
          </a:p>
          <a:p>
            <a:r>
              <a:rPr lang="en-US" dirty="0"/>
              <a:t>x2 = (-b-</a:t>
            </a:r>
            <a:r>
              <a:rPr lang="en-US" dirty="0" err="1"/>
              <a:t>math.sqrt</a:t>
            </a:r>
            <a:r>
              <a:rPr lang="en-US" dirty="0"/>
              <a:t>(b*b-4*a*c))/(2*a)</a:t>
            </a:r>
          </a:p>
          <a:p>
            <a:r>
              <a:rPr lang="en-US" dirty="0"/>
              <a:t>print ("x1 = ", x1)</a:t>
            </a:r>
          </a:p>
          <a:p>
            <a:r>
              <a:rPr lang="en-US" dirty="0"/>
              <a:t>print ("x2 = ", x2)</a:t>
            </a:r>
          </a:p>
        </p:txBody>
      </p:sp>
    </p:spTree>
    <p:extLst>
      <p:ext uri="{BB962C8B-B14F-4D97-AF65-F5344CB8AC3E}">
        <p14:creationId xmlns:p14="http://schemas.microsoft.com/office/powerpoint/2010/main" val="192529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BD1C-5830-25B6-A476-F07F4B22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73"/>
            <a:ext cx="10515600" cy="923637"/>
          </a:xfrm>
        </p:spPr>
        <p:txBody>
          <a:bodyPr>
            <a:normAutofit/>
          </a:bodyPr>
          <a:lstStyle/>
          <a:p>
            <a:r>
              <a:rPr lang="en-US" dirty="0"/>
              <a:t>Ensure an input of a 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1025-A65A-7FEE-9EA8-367210B5B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3564"/>
            <a:ext cx="10515600" cy="6123709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import math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prompt_float</a:t>
            </a:r>
            <a:r>
              <a:rPr lang="en-US" dirty="0"/>
              <a:t>(prompt):</a:t>
            </a:r>
          </a:p>
          <a:p>
            <a:r>
              <a:rPr lang="en-US" dirty="0"/>
              <a:t>    while True:</a:t>
            </a:r>
          </a:p>
          <a:p>
            <a:r>
              <a:rPr lang="en-US" dirty="0"/>
              <a:t>        try:</a:t>
            </a:r>
          </a:p>
          <a:p>
            <a:r>
              <a:rPr lang="en-US" dirty="0"/>
              <a:t>            return float(input(prompt))</a:t>
            </a:r>
          </a:p>
          <a:p>
            <a:r>
              <a:rPr lang="en-US" dirty="0"/>
              <a:t>        except </a:t>
            </a:r>
            <a:r>
              <a:rPr lang="en-US" dirty="0" err="1"/>
              <a:t>ValueError</a:t>
            </a:r>
            <a:r>
              <a:rPr lang="en-US" dirty="0"/>
              <a:t>:</a:t>
            </a:r>
          </a:p>
          <a:p>
            <a:r>
              <a:rPr lang="en-US" dirty="0"/>
              <a:t>            print("Please enter a valid number.")</a:t>
            </a:r>
          </a:p>
          <a:p>
            <a:endParaRPr lang="en-US" dirty="0"/>
          </a:p>
          <a:p>
            <a:r>
              <a:rPr lang="en-US" dirty="0"/>
              <a:t>a = </a:t>
            </a:r>
            <a:r>
              <a:rPr lang="en-US" dirty="0" err="1"/>
              <a:t>prompt_float</a:t>
            </a:r>
            <a:r>
              <a:rPr lang="en-US" dirty="0"/>
              <a:t>("a=: ")</a:t>
            </a:r>
          </a:p>
          <a:p>
            <a:r>
              <a:rPr lang="en-US" dirty="0"/>
              <a:t>b = </a:t>
            </a:r>
            <a:r>
              <a:rPr lang="en-US" dirty="0" err="1"/>
              <a:t>prompt_float</a:t>
            </a:r>
            <a:r>
              <a:rPr lang="en-US" dirty="0"/>
              <a:t>("b=: ")</a:t>
            </a:r>
          </a:p>
          <a:p>
            <a:r>
              <a:rPr lang="en-US" dirty="0"/>
              <a:t>c = </a:t>
            </a:r>
            <a:r>
              <a:rPr lang="en-US" dirty="0" err="1"/>
              <a:t>prompt_float</a:t>
            </a:r>
            <a:r>
              <a:rPr lang="en-US" dirty="0"/>
              <a:t>("c=: ")</a:t>
            </a:r>
          </a:p>
          <a:p>
            <a:endParaRPr lang="en-US" dirty="0"/>
          </a:p>
          <a:p>
            <a:r>
              <a:rPr lang="en-US" dirty="0"/>
              <a:t>while (a == 0):</a:t>
            </a:r>
          </a:p>
          <a:p>
            <a:r>
              <a:rPr lang="en-US" dirty="0"/>
              <a:t>    print ("a cannot be zero!")</a:t>
            </a:r>
          </a:p>
          <a:p>
            <a:r>
              <a:rPr lang="en-US" dirty="0"/>
              <a:t>    a = </a:t>
            </a:r>
            <a:r>
              <a:rPr lang="en-US" dirty="0" err="1"/>
              <a:t>prompt_float</a:t>
            </a:r>
            <a:r>
              <a:rPr lang="en-US" dirty="0"/>
              <a:t>("a=: ")</a:t>
            </a:r>
          </a:p>
          <a:p>
            <a:endParaRPr lang="en-US" dirty="0"/>
          </a:p>
          <a:p>
            <a:r>
              <a:rPr lang="en-US" dirty="0"/>
              <a:t>while (b*b-4*a*c)&lt;0:</a:t>
            </a:r>
          </a:p>
          <a:p>
            <a:r>
              <a:rPr lang="en-US" dirty="0"/>
              <a:t>    print ("b2-4ac cannot be &lt;=0")</a:t>
            </a:r>
          </a:p>
          <a:p>
            <a:r>
              <a:rPr lang="en-US" dirty="0"/>
              <a:t>    b = </a:t>
            </a:r>
            <a:r>
              <a:rPr lang="en-US" dirty="0" err="1"/>
              <a:t>prompt_float</a:t>
            </a:r>
            <a:r>
              <a:rPr lang="en-US" dirty="0"/>
              <a:t>("b=: ")</a:t>
            </a:r>
          </a:p>
          <a:p>
            <a:r>
              <a:rPr lang="en-US" dirty="0"/>
              <a:t>    c = </a:t>
            </a:r>
            <a:r>
              <a:rPr lang="en-US" dirty="0" err="1"/>
              <a:t>prompt_float</a:t>
            </a:r>
            <a:r>
              <a:rPr lang="en-US" dirty="0"/>
              <a:t>("c=: 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print (a, b, c, "a, b, and c are input correctly!")</a:t>
            </a:r>
          </a:p>
          <a:p>
            <a:r>
              <a:rPr lang="en-US" dirty="0"/>
              <a:t>x1 = (-</a:t>
            </a:r>
            <a:r>
              <a:rPr lang="en-US" dirty="0" err="1"/>
              <a:t>b+math.sqrt</a:t>
            </a:r>
            <a:r>
              <a:rPr lang="en-US" dirty="0"/>
              <a:t>(b*b-4*a*c))/(2*a)</a:t>
            </a:r>
          </a:p>
          <a:p>
            <a:r>
              <a:rPr lang="en-US" dirty="0"/>
              <a:t>x2 = (-b-</a:t>
            </a:r>
            <a:r>
              <a:rPr lang="en-US" dirty="0" err="1"/>
              <a:t>math.sqrt</a:t>
            </a:r>
            <a:r>
              <a:rPr lang="en-US" dirty="0"/>
              <a:t>(b*b-4*a*c))/(2*a)</a:t>
            </a:r>
          </a:p>
          <a:p>
            <a:r>
              <a:rPr lang="en-US" dirty="0"/>
              <a:t>print ("x1 = ", x1)</a:t>
            </a:r>
          </a:p>
          <a:p>
            <a:r>
              <a:rPr lang="en-US" dirty="0"/>
              <a:t>print ("x2 = ", x2)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31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53D0-5A6F-4ABF-DAF9-2EF8F3CB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ED46E-71C6-F3B7-C182-8007A5219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B5EB0-B5C5-951A-4AF9-0C4783A18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55" y="0"/>
            <a:ext cx="6807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2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ED77-A4A2-65B4-AB29-02CD5F69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F9E-F6B4-CFD2-03D9-8C558841C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suits = ['Spades', 'Clubs', 'Diamonds', 'Hearts']</a:t>
            </a:r>
          </a:p>
          <a:p>
            <a:r>
              <a:rPr lang="en-US" dirty="0"/>
              <a:t>length = </a:t>
            </a:r>
            <a:r>
              <a:rPr lang="en-US" dirty="0" err="1"/>
              <a:t>len</a:t>
            </a:r>
            <a:r>
              <a:rPr lang="en-US" dirty="0"/>
              <a:t>(suits)</a:t>
            </a:r>
          </a:p>
          <a:p>
            <a:r>
              <a:rPr lang="en-US" dirty="0"/>
              <a:t>#suitsReverse = [None]*length</a:t>
            </a:r>
          </a:p>
          <a:p>
            <a:r>
              <a:rPr lang="en-US" dirty="0" err="1"/>
              <a:t>suitsReverse</a:t>
            </a:r>
            <a:r>
              <a:rPr lang="en-US" dirty="0"/>
              <a:t> = suits[::]</a:t>
            </a:r>
          </a:p>
          <a:p>
            <a:r>
              <a:rPr lang="en-US" dirty="0"/>
              <a:t>print (</a:t>
            </a:r>
            <a:r>
              <a:rPr lang="en-US" dirty="0" err="1"/>
              <a:t>suitsReverse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 (0, length):</a:t>
            </a:r>
          </a:p>
          <a:p>
            <a:r>
              <a:rPr lang="en-US" dirty="0"/>
              <a:t>    </a:t>
            </a:r>
            <a:r>
              <a:rPr lang="en-US" dirty="0" err="1"/>
              <a:t>suitsReverse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suits[length-i-1]</a:t>
            </a:r>
          </a:p>
          <a:p>
            <a:r>
              <a:rPr lang="en-US" dirty="0"/>
              <a:t>print ("The original list is:", suits)</a:t>
            </a:r>
          </a:p>
          <a:p>
            <a:r>
              <a:rPr lang="en-US" dirty="0"/>
              <a:t>print ("The reversed list is: ", </a:t>
            </a:r>
            <a:r>
              <a:rPr lang="en-US" dirty="0" err="1"/>
              <a:t>suitsReverse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3982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29F0-6C15-5093-5E23-0067F235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 class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9B123A-E1DF-6AE1-37F8-8001A77634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Student: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def __init__(self, name, sid, major):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self.name =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self.sid = sid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self.major = major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def introduce(self):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print(f"My name is {self.name}. I study {self.major}.")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 def change_major(self, new_major):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self.major = new_major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 print(f"{self.name} changed major to {self.major}.")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``</a:t>
            </a:r>
          </a:p>
        </p:txBody>
      </p:sp>
    </p:spTree>
    <p:extLst>
      <p:ext uri="{BB962C8B-B14F-4D97-AF65-F5344CB8AC3E}">
        <p14:creationId xmlns:p14="http://schemas.microsoft.com/office/powerpoint/2010/main" val="207670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186B-8329-1856-CBA5-8F96F763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class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0A26FE-065F-F84A-B3FE-0976FDFD0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Create objects (instances of the class)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s1 = Student("Alice", 12345, "Computer Science")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s2 = Student("Bob", 67890, "Geography")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Call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s1.introduce()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s2.introduce()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Modify object attributes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s1.change_major("Mathematics")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s1.introduce()</a:t>
            </a:r>
          </a:p>
        </p:txBody>
      </p:sp>
    </p:spTree>
    <p:extLst>
      <p:ext uri="{BB962C8B-B14F-4D97-AF65-F5344CB8AC3E}">
        <p14:creationId xmlns:p14="http://schemas.microsoft.com/office/powerpoint/2010/main" val="167073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937</Words>
  <Application>Microsoft Office PowerPoint</Application>
  <PresentationFormat>Widescreen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Practice of Python Programming</vt:lpstr>
      <vt:lpstr>Enter a password</vt:lpstr>
      <vt:lpstr>For loop</vt:lpstr>
      <vt:lpstr>While loop</vt:lpstr>
      <vt:lpstr>While loop + &lt;= 5 times</vt:lpstr>
      <vt:lpstr>Quadratic equation</vt:lpstr>
      <vt:lpstr>Code</vt:lpstr>
      <vt:lpstr>Ensure an input of a float</vt:lpstr>
      <vt:lpstr>PowerPoint Presentation</vt:lpstr>
      <vt:lpstr>Reverse a list</vt:lpstr>
      <vt:lpstr>Define a class</vt:lpstr>
      <vt:lpstr>Use the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Huang</dc:creator>
  <cp:lastModifiedBy>Bo Huang</cp:lastModifiedBy>
  <cp:revision>1</cp:revision>
  <dcterms:created xsi:type="dcterms:W3CDTF">2026-02-13T07:03:41Z</dcterms:created>
  <dcterms:modified xsi:type="dcterms:W3CDTF">2026-02-13T10:25:19Z</dcterms:modified>
</cp:coreProperties>
</file>